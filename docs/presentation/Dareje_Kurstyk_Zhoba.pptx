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c9adcacfe1f4dc5" /><Relationship Type="http://schemas.openxmlformats.org/officeDocument/2006/relationships/extended-properties" Target="/docProps/app.xml" Id="R4b3fed93fd1d4774" /><Relationship Type="http://schemas.openxmlformats.org/officeDocument/2006/relationships/officeDocument" Target="/ppt/presentation.xml" Id="Rb3ef2771c70542d1" /></Relationships>
</file>

<file path=ppt/presentation.xml><?xml version="1.0" encoding="utf-8"?>
<p:presentation xmlns:p="http://schemas.openxmlformats.org/presentationml/2006/main">
  <p:sldMasterIdLst>
    <p:sldMasterId xmlns:r="http://schemas.openxmlformats.org/officeDocument/2006/relationships" id="2147483648" r:id="Rcea8000281184f77"/>
  </p:sldMasterIdLst>
  <p:notesMasterIdLst>
    <p:notesMasterId xmlns:r="http://schemas.openxmlformats.org/officeDocument/2006/relationships" r:id="R41bca3f21da04792"/>
  </p:notesMasterIdLst>
  <p:sldIdLst>
    <p:sldId xmlns:r="http://schemas.openxmlformats.org/officeDocument/2006/relationships" id="256" r:id="R3d13ee7ce3844e4e"/>
    <p:sldId xmlns:r="http://schemas.openxmlformats.org/officeDocument/2006/relationships" id="257" r:id="R994b087d223e49c3"/>
    <p:sldId xmlns:r="http://schemas.openxmlformats.org/officeDocument/2006/relationships" id="258" r:id="R98e5135271704748"/>
    <p:sldId xmlns:r="http://schemas.openxmlformats.org/officeDocument/2006/relationships" id="259" r:id="Rff7592085b104451"/>
    <p:sldId xmlns:r="http://schemas.openxmlformats.org/officeDocument/2006/relationships" id="260" r:id="Ra7c28203dbc240c5"/>
    <p:sldId xmlns:r="http://schemas.openxmlformats.org/officeDocument/2006/relationships" id="261" r:id="Rdb268a16b3f34b7e"/>
    <p:sldId xmlns:r="http://schemas.openxmlformats.org/officeDocument/2006/relationships" id="262" r:id="R779301cd0c694201"/>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5bad8d921ec40a6" /><Relationship Type="http://schemas.openxmlformats.org/officeDocument/2006/relationships/slideMaster" Target="/ppt/slideMasters/slideMaster1.xml" Id="Rcea8000281184f77" /><Relationship Type="http://schemas.openxmlformats.org/officeDocument/2006/relationships/notesMaster" Target="/ppt/notesMasters/notesMaster1.xml" Id="R41bca3f21da04792" /><Relationship Type="http://schemas.openxmlformats.org/officeDocument/2006/relationships/presProps" Target="/ppt/presProps.xml" Id="R31ce01cc971f4505" /><Relationship Type="http://schemas.openxmlformats.org/officeDocument/2006/relationships/viewProps" Target="/ppt/viewProps.xml" Id="Redceb6b5db794be8" /><Relationship Type="http://schemas.openxmlformats.org/officeDocument/2006/relationships/tableStyles" Target="/ppt/tableStyles.xml" Id="R09a3c867f7f74194" /><Relationship Type="http://schemas.openxmlformats.org/officeDocument/2006/relationships/slide" Target="/ppt/slides/slide1.xml" Id="R3d13ee7ce3844e4e" /><Relationship Type="http://schemas.openxmlformats.org/officeDocument/2006/relationships/slide" Target="/ppt/slides/slide2.xml" Id="R994b087d223e49c3" /><Relationship Type="http://schemas.openxmlformats.org/officeDocument/2006/relationships/slide" Target="/ppt/slides/slide3.xml" Id="R98e5135271704748" /><Relationship Type="http://schemas.openxmlformats.org/officeDocument/2006/relationships/slide" Target="/ppt/slides/slide4.xml" Id="Rff7592085b104451" /><Relationship Type="http://schemas.openxmlformats.org/officeDocument/2006/relationships/slide" Target="/ppt/slides/slide5.xml" Id="Ra7c28203dbc240c5" /><Relationship Type="http://schemas.openxmlformats.org/officeDocument/2006/relationships/slide" Target="/ppt/slides/slide6.xml" Id="Rdb268a16b3f34b7e" /><Relationship Type="http://schemas.openxmlformats.org/officeDocument/2006/relationships/slide" Target="/ppt/slides/slide7.xml" Id="R779301cd0c6942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fca1d921c8e41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Dáreje Violet">
      <a:dk1>
        <a:srgbClr val="271443"/>
      </a:dk1>
      <a:lt1>
        <a:srgbClr val="FFFFFF"/>
      </a:lt1>
      <a:dk2>
        <a:srgbClr val="4C1D95"/>
      </a:dk2>
      <a:lt2>
        <a:srgbClr val="F5F3FF"/>
      </a:lt2>
      <a:accent1>
        <a:srgbClr val="7C3AED"/>
      </a:accent1>
      <a:accent2>
        <a:srgbClr val="4C1D95"/>
      </a:accent2>
      <a:accent3>
        <a:srgbClr val="F5F3FF"/>
      </a:accent3>
      <a:accent4>
        <a:srgbClr val="796A8D"/>
      </a:accent4>
      <a:accent5>
        <a:srgbClr val="DDD0FA"/>
      </a:accent5>
      <a:accent6>
        <a:srgbClr val="271443"/>
      </a:accent6>
      <a:hlink>
        <a:srgbClr val="7C3AED"/>
      </a:hlink>
      <a:folHlink>
        <a:srgbClr val="4C1D95"/>
      </a:folHlink>
    </a:clrScheme>
    <a:fontScheme name="Segoe UI">
      <a:majorFont>
        <a:latin typeface="Segoe UI"/>
        <a:ea typeface=""/>
        <a:cs typeface=""/>
      </a:majorFont>
      <a:minorFont>
        <a:latin typeface="Segoe UI"/>
        <a:ea typeface=""/>
        <a:cs typeface=""/>
      </a:minorFont>
    </a:fontScheme>
    <a:fmtScheme name="Dáreje Viole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
          <a:effectLst>
            <a:outerShdw blurRad="228600" dist="76200" dir="5400000">
              <a:srgbClr val="4C1D95">
                <a:alpha val="7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bfc6c5b76f4a3f" /><Relationship Type="http://schemas.openxmlformats.org/officeDocument/2006/relationships/notesMaster" Target="/ppt/notesMasters/notesMaster1.xml" Id="R86e194d33aa443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75511343624e4125" /><Relationship Type="http://schemas.openxmlformats.org/officeDocument/2006/relationships/notesMaster" Target="/ppt/notesMasters/notesMaster1.xml" Id="Rcc57510a024641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9cbd0903c6334508" /><Relationship Type="http://schemas.openxmlformats.org/officeDocument/2006/relationships/notesMaster" Target="/ppt/notesMasters/notesMaster1.xml" Id="Red746542040444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2b60fe6c6ad145ad" /><Relationship Type="http://schemas.openxmlformats.org/officeDocument/2006/relationships/notesMaster" Target="/ppt/notesMasters/notesMaster1.xml" Id="Re3aa7e7d214a43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8d974470b94be2" /><Relationship Type="http://schemas.openxmlformats.org/officeDocument/2006/relationships/notesMaster" Target="/ppt/notesMasters/notesMaster1.xml" Id="Rb0034d2f152e4389" /></Relationships>
</file>

<file path=ppt/notesSlides/_rels/notesSlide6.xml.rels>&#65279;<?xml version="1.0" encoding="utf-8"?><Relationships xmlns="http://schemas.openxmlformats.org/package/2006/relationships"><Relationship Type="http://schemas.openxmlformats.org/officeDocument/2006/relationships/slide" Target="/ppt/slides/slide6.xml" Id="Rfa97378f0a8a4307" /><Relationship Type="http://schemas.openxmlformats.org/officeDocument/2006/relationships/notesMaster" Target="/ppt/notesMasters/notesMaster1.xml" Id="Rb2a7eceb347f4017" /></Relationships>
</file>

<file path=ppt/notesSlides/_rels/notesSlide7.xml.rels>&#65279;<?xml version="1.0" encoding="utf-8"?><Relationships xmlns="http://schemas.openxmlformats.org/package/2006/relationships"><Relationship Type="http://schemas.openxmlformats.org/officeDocument/2006/relationships/slide" Target="/ppt/slides/slide7.xml" Id="R92fb2e639a2a4d23" /><Relationship Type="http://schemas.openxmlformats.org/officeDocument/2006/relationships/notesMaster" Target="/ppt/notesMasters/notesMaster1.xml" Id="Reb7c0c63162c47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Курстық жобаның тақырыбы: студенттердің жетістіктерін есепке алуға және рейтингін қалыптастыруға арналған мобильді қосымша әзірлеу. Қосымшаның атауы — Dáreje. Жоба Flutter және Dart технологияларымен әзірленді. Қазіргі нұсқа жергілікті тіркелу, жетістіктерді сақтау, профиль, локалды рейтинг, талдау және ықпал симуляторын қамтиды. Титулдағы смартфон — интерфейстің көркем иллюстрациясы. Студент, топ, оқытушы және оқу орны туралы деректер қорғау алдында толтырылады.</a:t>
            </a:r>
            <a:endParaRPr/>
          </a:p>
          <a:p xmlns:a="http://schemas.openxmlformats.org/drawingml/2006/main">
            <a:r>
              <a:t>Жоба нұсқасының дереккөзі: https://github.com/bekw-eg/Dareje/tree/a70db750c70687dabe9e867a8b1a6334f24db1be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Студенттің оқу, бағдарламалау, жоба, спорт немесе еріктілік бағытындағы нәтижелері әртүрлі құжаттар мен сервистерде сақталуы мүмкін. Бұл нәтижелерді салыстыру мен даму динамикасын бағалауды қиындатады. Dáreje жетістіктерді бір интерфейсте тіркеп, оларды санаттар бойынша көрсеткіштермен байланыстырады. Қазіргі іске асыру деректерді осы құрылғыда немесе браузерде сақтайды. Бұлттық сақтау мен құрылғылар арасындағы синхрондау болашақ даму бағыты болып саналады. Өзектілік тұжырымдары тапсырмада берілген мәселелерге сүйенеді.</a:t>
            </a:r>
            <a:endParaRPr/>
          </a:p>
          <a:p xmlns:a="http://schemas.openxmlformats.org/drawingml/2006/main">
            <a:pPr marL="0" lvl="0" indent="0" algn="l">
              <a:spcBef>
                <a:spcPts val="0"/>
              </a:spcBef>
              <a:spcAft>
                <a:spcPts val="0"/>
              </a:spcAft>
              <a:buNone/>
            </a:pPr>
            <a:r>
              <a:t>Жоба нұсқасының дереккөзі: https://github.com/bekw-eg/Dareje/tree/a70db750c70687dabe9e867a8b1a6334f24db1be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Негізгі мақсат — студент жетістіктерін жүйелі есепке алатын және жеке көрсеткіштер негізінде рейтинг қалыптастыратын мобильді қосымша әзірлеу. Мақсатқа жету үшін бес міндет орындалды: мобильді интерфейсті жобалау, жергілікті тіркелу мен кіруді және профильді құру, жетістіктерді есепке алу, рейтинг механизмін әзірлеу және қосымшаны тестілеу. Жергілікті авторизация нақты серверлік авторизацияны алмастырмайды. Firebase пен серверлік жүйе қазіргі нұсқаға қосылмаған. Дереккөз: AGENTS.md және feature/ui-redesign тармағындағы қызметтер мен тесттер.</a:t>
            </a:r>
            <a:endParaRPr/>
          </a:p>
          <a:p xmlns:a="http://schemas.openxmlformats.org/drawingml/2006/main">
            <a:pPr marL="0" lvl="0" indent="0" algn="l">
              <a:spcBef>
                <a:spcPts val="0"/>
              </a:spcBef>
              <a:spcAft>
                <a:spcPts val="0"/>
              </a:spcAft>
              <a:buNone/>
            </a:pPr>
            <a:r>
              <a:t>Жоба нұсқасының дереккөзі: https://github.com/bekw-eg/Dareje/tree/a70db750c70687dabe9e867a8b1a6334f24db1be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Flutter қолданушы интерфейсін және экрандардың бейімделуін құру үшін қолданылды. Dart модельдер мен есептеу логикасын іске асырады. Git өзгерістер тарихын және feature тармақтарын басқарады. GitHub бастапқы кодты репозиторийде сақтауға пайдаланылады. Архитектурада экрандар есептеу қызметтеріне жүгінеді, ал жергілікті деректер shared_preferences арқылы сақталады. Жетістіктерді бағалау, рейтинг және симулятор ортақ ережелерді қолданады.</a:t>
            </a:r>
          </a:p>
          <a:p xmlns:a="http://schemas.openxmlformats.org/drawingml/2006/main">
            <a:r>
              <a:t>Ресми логотип дереккөздері:</a:t>
            </a:r>
          </a:p>
          <a:p xmlns:a="http://schemas.openxmlformats.org/drawingml/2006/main">
            <a:r>
              <a:t>https://flutter.dev/brand</a:t>
            </a:r>
          </a:p>
          <a:p xmlns:a="http://schemas.openxmlformats.org/drawingml/2006/main">
            <a:r>
              <a:t>https://dart.dev/brand</a:t>
            </a:r>
          </a:p>
          <a:p xmlns:a="http://schemas.openxmlformats.org/drawingml/2006/main">
            <a:r>
              <a:t>https://git-scm.com/community/logos</a:t>
            </a:r>
          </a:p>
          <a:p xmlns:a="http://schemas.openxmlformats.org/drawingml/2006/main">
            <a:r>
              <a:t>https://brand.github.com/foundations/logo</a:t>
            </a:r>
          </a:p>
          <a:p xmlns:a="http://schemas.openxmlformats.org/drawingml/2006/main">
            <a:r>
              <a:t>Git логотипінің авторы: Jason Long, CC BY 3.0. Логотиптер түсі мен пропорциясы сақталды.</a:t>
            </a:r>
          </a:p>
          <a:p xmlns:a="http://schemas.openxmlformats.org/drawingml/2006/main">
            <a:r>
              <a:t>Жоба нұсқасының дереккөзі: https://github.com/bekw-eg/Dareje/tree/a70db750c70687dabe9e867a8b1a6334f24db1be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Үш макет қосымшаның негізгі құрылымын көрсетеді: жергілікті тіркелу мен кіру, басты бет және профиль. Бұлар интерфейс сызбалары, нақты скриншоттар емес. 48 балл мен профильдегі көрсеткіштер жетістігі жоқ бастапқы профильдің ережелеріне сәйкес келеді. Басты беттен жетістік қосу, жергілікті рейтинг және ықпал симуляторы ашылады. Төменгі навигацияда бес бөлім бар: басты бет, жетістіктер, рейтинг, талдау және профиль. Нақты сурет қою үшін смартфонның ақ ішкі аймағына скриншотты кірістіріп, бұрыштарын дөңгелектеп қиып орналастыруға болады. Оқу деректері қазіргі нұсқада толтыруға арналған орын ретінде көрсетіледі.</a:t>
            </a:r>
          </a:p>
          <a:p xmlns:a="http://schemas.openxmlformats.org/drawingml/2006/main">
            <a:r>
              <a:t>Жоба нұсқасының дереккөзі: https://github.com/bekw-eg/Dareje/tree/a70db750c70687dabe9e867a8b1a6334f24db1be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Ықпал симуляторы іске асырылған. Жаңа жетістікке арналған сценарий жеке көрсеткіштер мен локалды рейтингке ықпалын модельдейді. Слайдта нақты аккаунт деректерінен бөлек есептік мысал берілген. Жетістігі жоқ бастапқы профиль: оқу 60, бағдарламалау 68, жобалар 55, топтық жұмыс 41, спорт 35, еріктілік 30. Қосынды 289, орташа мән 48,1667, дөңгелектелген жалпы балл 48. Programming санаты бағдарламалауға +10 және жобаларға +4 береді. Жаңа мәндер 78 және 59. Қосынды 303, орташа мән 50,5, Dart round() бойынша жалпы балл 51. Көрсеткіштер 100-ден аспайды. Шартты қарсыластың жалпы балы 50 болғанда орын #2-ден #1-ге өзгереді. Басқа рейтингте нәтиже өзгеше болуы мүмкін. Симулятор жетістік, балл, тарих немесе позицияны сақтамайды. Дереккөздер: lib/services/achievement_scoring_service.dart, impact_simulation_service.dart, student_ranking_service.dart және lib/models/student_profile.dart, feature/ui-redesign тармағы.</a:t>
            </a:r>
          </a:p>
          <a:p xmlns:a="http://schemas.openxmlformats.org/drawingml/2006/main">
            <a:r>
              <a:t>Жоба нұсқасының дереккөзі: https://github.com/bekw-eg/Dareje/tree/a70db750c70687dabe9e867a8b1a6334f24db1be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Курстық жобада сұралған негізгі міндеттер орындалды. Flutter интерфейсі, жергілікті тіркелу мен кіру, профиль, жетістіктерді сақтау, көрсеткіштерді есептеу, локалды рейтинг, аналитика және ықпал симуляторы әзірленді. Жоба бизнес-қызметтерді, экрандарды және қолжетімділік жағдайларын қамтитын тесттермен тексерілген. Практикалық маңызы — студенттің нәтижелерін жинақтап, оның даму бағытын түсінікті көрсету. Flutter бір кодтық база мен бейімделетін интерфейсті ұйымдастыруға мүмкіндік береді. Қазіргі деректер тек құрылғыда немесе браузерде сақталады. Firebase, нақты серверлік авторизация, құрылғылар арасындағы синхрондау және глобалды рейтинг болашақта жоспарланған, олар дайын функциялар ретінде көрсетілмейді.</a:t>
            </a:r>
            <a:endParaRPr/>
          </a:p>
          <a:p xmlns:a="http://schemas.openxmlformats.org/drawingml/2006/main">
            <a:r>
              <a:t>Жоба нұсқасының дереккөзі: https://github.com/bekw-eg/Dareje/tree/a70db750c70687dabe9e867a8b1a6334f24db1be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0e5cec8bd17456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df204ba7dfc42e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e9b6b2a1167415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7de6980d86d44e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023ed9b05a84f6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7911f66437741a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3fedbea2109414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2734c2ee4444f9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c5d2b21b04b745a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0fbcc47005443f0"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Layouts/slideLayout9.xml><?xml version="1.0" encoding="utf-8"?>
<p:sldLayout xmlns:p="http://schemas.openxmlformats.org/presentationml/2006/main" preserve="1" userDrawn="1">
  <p:cSld name="36 Field Grid">
    <p:bg>
      <p:bgRef idx="1001">
        <a:schemeClr xmlns:a="http://schemas.openxmlformats.org/drawingml/2006/main" val="phClr"/>
      </p:bgRef>
    </p:bg>
    <p:spTree>
      <p:nvGrpSpPr>
        <p:cNvPr id="1" name=""/>
        <p:cNvGrpSpPr/>
        <p:nvPr/>
      </p:nvGrpSpPr>
      <p:grpSpPr>
        <a:xfrm xmlns:a="http://schemas.openxmlformats.org/drawingml/2006/main"/>
      </p:grpSpPr>
    </p:spTree>
  </p:cSld>
</p:sldLayout>
</file>

<file path=ppt/slideLayouts/slideLayout10.xml><?xml version="1.0" encoding="utf-8"?>
<p:sldLayout xmlns:p="http://schemas.openxmlformats.org/presentationml/2006/main" preserve="1" userDrawn="1">
  <p:cSld name="48 Field Grid">
    <p:bg>
      <p:bgRef idx="1001">
        <a:schemeClr xmlns:a="http://schemas.openxmlformats.org/drawingml/2006/main" val="phClr"/>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ca4db615d74bd8" /><Relationship Type="http://schemas.openxmlformats.org/officeDocument/2006/relationships/slideLayout" Target="/ppt/slideLayouts/slideLayout1.xml" Id="R1603b3993dc7406e" /><Relationship Type="http://schemas.openxmlformats.org/officeDocument/2006/relationships/slideLayout" Target="/ppt/slideLayouts/slideLayout2.xml" Id="Rd59eacc1b6d84d7d" /><Relationship Type="http://schemas.openxmlformats.org/officeDocument/2006/relationships/slideLayout" Target="/ppt/slideLayouts/slideLayout3.xml" Id="R9713614fdb1f482c" /><Relationship Type="http://schemas.openxmlformats.org/officeDocument/2006/relationships/slideLayout" Target="/ppt/slideLayouts/slideLayout4.xml" Id="R068522996df844fd" /><Relationship Type="http://schemas.openxmlformats.org/officeDocument/2006/relationships/slideLayout" Target="/ppt/slideLayouts/slideLayout5.xml" Id="R7a373d0fb5a54292" /><Relationship Type="http://schemas.openxmlformats.org/officeDocument/2006/relationships/slideLayout" Target="/ppt/slideLayouts/slideLayout6.xml" Id="R128e3ad8b20a4d3d" /><Relationship Type="http://schemas.openxmlformats.org/officeDocument/2006/relationships/slideLayout" Target="/ppt/slideLayouts/slideLayout7.xml" Id="Rec8dd3687e884196" /><Relationship Type="http://schemas.openxmlformats.org/officeDocument/2006/relationships/slideLayout" Target="/ppt/slideLayouts/slideLayout8.xml" Id="R8258cc6b7f924027" /><Relationship Type="http://schemas.openxmlformats.org/officeDocument/2006/relationships/slideLayout" Target="/ppt/slideLayouts/slideLayout9.xml" Id="Rbeab31b7b6eb4c75" /><Relationship Type="http://schemas.openxmlformats.org/officeDocument/2006/relationships/slideLayout" Target="/ppt/slideLayouts/slideLayout10.xml" Id="R693c92fe162a47f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900">
                <a:solidFill>
                  <a:schemeClr val="tx1"/>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900" kern="1200">
                <a:solidFill>
                  <a:schemeClr val="tx1"/>
                </a:solidFill>
                <a:latin typeface="+mn-lt"/>
                <a:ea typeface="+mn-lt"/>
                <a:cs typeface="+mn-lt"/>
              </a:defRPr>
            </a:lvl1pPr>
          </a:lstStyle>
          <a:p xmlns:a="http://schemas.openxmlformats.org/drawingml/2006/main">
            <a:fld id="{8574A810-7A8E-054F-9F6B-09E9C694ECF9}"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603b3993dc7406e"/>
    <p:sldLayoutId xmlns:r="http://schemas.openxmlformats.org/officeDocument/2006/relationships" id="2147483650" r:id="Rd59eacc1b6d84d7d"/>
    <p:sldLayoutId xmlns:r="http://schemas.openxmlformats.org/officeDocument/2006/relationships" id="2147483651" r:id="R9713614fdb1f482c"/>
    <p:sldLayoutId xmlns:r="http://schemas.openxmlformats.org/officeDocument/2006/relationships" id="2147483652" r:id="R068522996df844fd"/>
    <p:sldLayoutId xmlns:r="http://schemas.openxmlformats.org/officeDocument/2006/relationships" id="2147483653" r:id="R7a373d0fb5a54292"/>
    <p:sldLayoutId xmlns:r="http://schemas.openxmlformats.org/officeDocument/2006/relationships" id="2147483654" r:id="R128e3ad8b20a4d3d"/>
    <p:sldLayoutId xmlns:r="http://schemas.openxmlformats.org/officeDocument/2006/relationships" id="2147483655" r:id="Rec8dd3687e884196"/>
    <p:sldLayoutId xmlns:r="http://schemas.openxmlformats.org/officeDocument/2006/relationships" id="2147483656" r:id="R8258cc6b7f924027"/>
    <p:sldLayoutId xmlns:r="http://schemas.openxmlformats.org/officeDocument/2006/relationships" id="2147483657" r:id="Rbeab31b7b6eb4c75"/>
    <p:sldLayoutId xmlns:r="http://schemas.openxmlformats.org/officeDocument/2006/relationships" id="2147483658" r:id="R693c92fe162a47f6"/>
  </p:sldLayoutIdLst>
  <p:hf hdr="0" dt="0"/>
  <p:txStyles>
    <p:titleStyle>
      <a:lvl1pPr xmlns:a="http://schemas.openxmlformats.org/drawingml/2006/main" algn="l" defTabSz="914400">
        <a:lnSpc>
          <a:spcPct val="90000"/>
        </a:lnSpc>
        <a:spcBef>
          <a:spcPct val="0"/>
        </a:spcBef>
        <a:buNone/>
        <a:defRPr sz="26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BOT Color Palette 2026">
      <a:dk1>
        <a:srgbClr val="000000"/>
      </a:dk1>
      <a:lt1>
        <a:srgbClr val="FFFFFF"/>
      </a:lt1>
      <a:dk2>
        <a:srgbClr val="08284F"/>
      </a:dk2>
      <a:lt2>
        <a:srgbClr val="F9FCFF"/>
      </a:lt2>
      <a:accent1>
        <a:srgbClr val="175CD4"/>
      </a:accent1>
      <a:accent2>
        <a:srgbClr val="0B3668"/>
      </a:accent2>
      <a:accent3>
        <a:srgbClr val="EDF5FE"/>
      </a:accent3>
      <a:accent4>
        <a:srgbClr val="7E91A8"/>
      </a:accent4>
      <a:accent5>
        <a:srgbClr val="004142"/>
      </a:accent5>
      <a:accent6>
        <a:srgbClr val="407879"/>
      </a:accent6>
      <a:hlink>
        <a:srgbClr val="00ABFF"/>
      </a:hlink>
      <a:folHlink>
        <a:srgbClr val="430942"/>
      </a:folHlink>
    </a:clrScheme>
    <a:fontScheme name="Segoe UI">
      <a:majorFont>
        <a:latin typeface="Segoe UI"/>
        <a:ea typeface=""/>
        <a:cs typeface=""/>
      </a:majorFont>
      <a:minorFont>
        <a:latin typeface="Segoe UI"/>
        <a:ea typeface=""/>
        <a:cs typeface=""/>
      </a:minorFont>
    </a:fontScheme>
    <a:fmtScheme name="BOT Color Palette 2026">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edb3a19a6f749b2" /><Relationship Type="http://schemas.openxmlformats.org/officeDocument/2006/relationships/image" Target="/ppt/media/image.png" Id="R49d50fa25f8e4c20" /><Relationship Type="http://schemas.openxmlformats.org/officeDocument/2006/relationships/notesSlide" Target="/ppt/notesSlides/notesSlide1.xml" Id="R059bd85b35a84ac3"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ea5da140e5b14cdc" /><Relationship Type="http://schemas.openxmlformats.org/officeDocument/2006/relationships/notesSlide" Target="/ppt/notesSlides/notesSlide2.xml" Id="Re5c0e0295e9f4f22" /></Relationships>
</file>

<file path=ppt/slides/_rels/slide3.xml.rels>&#65279;<?xml version="1.0" encoding="utf-8"?><Relationships xmlns="http://schemas.openxmlformats.org/package/2006/relationships"><Relationship Type="http://schemas.openxmlformats.org/officeDocument/2006/relationships/slideLayout" Target="/ppt/slideLayouts/slideLayout4.xml" Id="Rfc58008032c247aa" /><Relationship Type="http://schemas.openxmlformats.org/officeDocument/2006/relationships/notesSlide" Target="/ppt/notesSlides/notesSlide3.xml" Id="R251c4e35e2a443b5" /></Relationships>
</file>

<file path=ppt/slides/_rels/slide4.xml.rels>&#65279;<?xml version="1.0" encoding="utf-8"?><Relationships xmlns="http://schemas.openxmlformats.org/package/2006/relationships"><Relationship Type="http://schemas.openxmlformats.org/officeDocument/2006/relationships/slideLayout" Target="/ppt/slideLayouts/slideLayout5.xml" Id="R9e6593baae8e4894" /><Relationship Type="http://schemas.openxmlformats.org/officeDocument/2006/relationships/image" Target="/ppt/media/image2.png" Id="R826660661c404883" /><Relationship Type="http://schemas.openxmlformats.org/officeDocument/2006/relationships/image" Target="/ppt/media/image3.png" Id="R718a9853442847b1" /><Relationship Type="http://schemas.openxmlformats.org/officeDocument/2006/relationships/image" Target="/ppt/media/image4.png" Id="Rfbec3cbb1acb44fc" /><Relationship Type="http://schemas.openxmlformats.org/officeDocument/2006/relationships/image" Target="/ppt/media/image5.png" Id="R3ad6ab5b49bc4cee" /><Relationship Type="http://schemas.openxmlformats.org/officeDocument/2006/relationships/notesSlide" Target="/ppt/notesSlides/notesSlide4.xml" Id="Reaba9da6a64245b1" /></Relationships>
</file>

<file path=ppt/slides/_rels/slide5.xml.rels>&#65279;<?xml version="1.0" encoding="utf-8"?><Relationships xmlns="http://schemas.openxmlformats.org/package/2006/relationships"><Relationship Type="http://schemas.openxmlformats.org/officeDocument/2006/relationships/slideLayout" Target="/ppt/slideLayouts/slideLayout4.xml" Id="Rea58a0b3d7e6439d" /><Relationship Type="http://schemas.openxmlformats.org/officeDocument/2006/relationships/notesSlide" Target="/ppt/notesSlides/notesSlide5.xml" Id="R3e7f275a44904a3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56630343b894ae5" /><Relationship Type="http://schemas.openxmlformats.org/officeDocument/2006/relationships/chart" Target="/ppt/slides/charts/chart1.xml" Id="R798fd5768f8f43cb" /><Relationship Type="http://schemas.openxmlformats.org/officeDocument/2006/relationships/notesSlide" Target="/ppt/notesSlides/notesSlide6.xml" Id="R8a462e304208429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160fcaf3d33443b" /><Relationship Type="http://schemas.openxmlformats.org/officeDocument/2006/relationships/notesSlide" Target="/ppt/notesSlides/notesSlide7.xml" Id="Ra4c0b2637965491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Қазір</c:v>
          </c:tx>
          <c:spPr>
            <a:solidFill xmlns:a="http://schemas.openxmlformats.org/drawingml/2006/main">
              <a:srgbClr val="DDD0FA"/>
            </a:solidFill>
          </c:spPr>
          <c:invertIfNegative val="0"/>
          <c:cat>
            <c:strRef>
              <c:f>'Chart Data'!$A$2:$A$3</c:f>
              <c:strCache>
                <c:ptCount val="2"/>
                <c:pt idx="0">
                  <c:v>Бағдарламалау</c:v>
                </c:pt>
                <c:pt idx="1">
                  <c:v>Жобалар</c:v>
                </c:pt>
              </c:strCache>
            </c:strRef>
          </c:cat>
          <c:val>
            <c:numRef>
              <c:f>'Chart Data'!$B$2:$B$3</c:f>
              <c:numCache>
                <c:formatCode>General</c:formatCode>
                <c:ptCount val="2"/>
                <c:pt idx="0">
                  <c:v>68</c:v>
                </c:pt>
                <c:pt idx="1">
                  <c:v>55</c:v>
                </c:pt>
              </c:numCache>
            </c:numRef>
          </c:val>
        </c:ser>
        <c:ser>
          <c:idx val="1"/>
          <c:order val="1"/>
          <c:tx>
            <c:v>Болжам</c:v>
          </c:tx>
          <c:spPr>
            <a:solidFill xmlns:a="http://schemas.openxmlformats.org/drawingml/2006/main">
              <a:srgbClr val="7C3AED"/>
            </a:solidFill>
          </c:spPr>
          <c:invertIfNegative val="0"/>
          <c:cat>
            <c:strRef>
              <c:f>'Chart Data'!$C$2:$C$3</c:f>
              <c:strCache>
                <c:ptCount val="2"/>
                <c:pt idx="0">
                  <c:v>Бағдарламалау</c:v>
                </c:pt>
                <c:pt idx="1">
                  <c:v>Жобалар</c:v>
                </c:pt>
              </c:strCache>
            </c:strRef>
          </c:cat>
          <c:val>
            <c:numRef>
              <c:f>'Chart Data'!$D$2:$D$3</c:f>
              <c:numCache>
                <c:formatCode>General</c:formatCode>
                <c:ptCount val="2"/>
                <c:pt idx="0">
                  <c:v>78</c:v>
                </c:pt>
                <c:pt idx="1">
                  <c:v>59</c:v>
                </c:pt>
              </c:numCache>
            </c:numRef>
          </c:val>
        </c:ser>
        <c:dLbls>
          <c:txPr>
            <a:bodyPr xmlns:a="http://schemas.openxmlformats.org/drawingml/2006/main" anchorCtr="1"/>
            <a:lstStyle xmlns:a="http://schemas.openxmlformats.org/drawingml/2006/main"/>
            <a:p xmlns:a="http://schemas.openxmlformats.org/drawingml/2006/main">
              <a:pPr>
                <a:defRPr sz="1350" b="1">
                  <a:solidFill>
                    <a:srgbClr val="4C1D95"/>
                  </a:solidFill>
                  <a:latin typeface="Segoe UI"/>
                  <a:ea typeface="Segoe UI"/>
                  <a:cs typeface="Segoe UI"/>
                </a:defRPr>
              </a:pPr>
            </a:p>
          </c:txPr>
          <c:dLblPos val="outEnd"/>
          <c:showLegendKey val="0"/>
          <c:showVal val="1"/>
          <c:showCatName val="0"/>
          <c:showSerName val="0"/>
          <c:showPercent val="0"/>
          <c:showBubbleSize val="0"/>
          <c:showLeaderLines val="0"/>
        </c:dLbls>
        <c:gapWidth val="88"/>
        <c:overlap val="-12"/>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271443"/>
                </a:solidFill>
                <a:latin typeface="Segoe UI"/>
                <a:ea typeface="Segoe UI"/>
                <a:cs typeface="Segoe UI"/>
              </a:defRPr>
            </a:pPr>
          </a:p>
        </c:txPr>
        <c:crossAx val="48672768"/>
      </c:catAx>
      <c:valAx>
        <c:axId val="48672768"/>
        <c:scaling>
          <c:orientation val="minMax"/>
          <c:max val="100"/>
          <c:min val="0"/>
        </c:scaling>
        <c:delete val="0"/>
        <c:axPos val="b"/>
        <c:majorGridlines>
          <c:spPr>
            <a:ln xmlns:a="http://schemas.openxmlformats.org/drawingml/2006/main" w="9525">
              <a:solidFill>
                <a:srgbClr val="E8E0F7"/>
              </a:solidFill>
              <a:prstDash val="solid"/>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125">
                <a:solidFill>
                  <a:srgbClr val="796A8D"/>
                </a:solidFill>
                <a:latin typeface="Segoe UI"/>
                <a:ea typeface="Segoe UI"/>
                <a:cs typeface="Segoe UI"/>
              </a:defRPr>
            </a:pPr>
          </a:p>
        </c:txPr>
        <c:crossAx val="48650112"/>
        <c:crossBetween val="between"/>
        <c:majorUnit val="20"/>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796A8D"/>
              </a:solidFill>
              <a:latin typeface="Segoe UI"/>
              <a:ea typeface="Segoe UI"/>
              <a:cs typeface="Segoe UI"/>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gradFill>
          <a:gsLst>
            <a:gs pos="0">
              <a:srgbClr val="FFFFFF"/>
            </a:gs>
            <a:gs pos="58000">
              <a:srgbClr val="F5F3FF"/>
            </a:gs>
            <a:gs pos="100000">
              <a:srgbClr val="EDE5FF"/>
            </a:gs>
          </a:gsLst>
          <a:lin ang="0"/>
        </a:gradFill>
      </p:bgPr>
    </p:bg>
    <p:spTree>
      <p:nvGrpSpPr>
        <p:cNvPr id="1" name=""/>
        <p:cNvGrpSpPr/>
        <p:nvPr/>
      </p:nvGrpSpPr>
      <p:grpSpPr>
        <a:xfrm/>
      </p:grpSpPr>
      <p:sp>
        <p:nvSpPr>
          <p:cNvPr id="4" name="Title 3">
            <a:extLst>
              <a:ext uri="{FF2B5EF4-FFF2-40B4-BE49-F238E27FC236}">
                <ns2:creationId id="{0F24658D-7578-8E1B-095D-2634178665BE}"/>
              </a:ext>
            </a:extLst>
          </p:cNvPr>
          <p:cNvSpPr>
            <a:spLocks noGrp="1"/>
          </p:cNvSpPr>
          <p:nvPr>
            <p:ph type="ctrTitle" idx="0"/>
          </p:nvPr>
        </p:nvSpPr>
        <p:spPr>
          <a:xfrm>
            <a:off x="393668" y="2171700"/>
            <a:ext cx="7477125" cy="2305050"/>
          </a:xfrm>
        </p:spPr>
        <p:txBody>
          <a:bodyPr wrap="square" lIns="0" tIns="0" rIns="0" bIns="0" anchor="t">
            <a:noAutofit/>
          </a:bodyPr>
          <a:lstStyle>
            <a:defPPr algn="l">
              <a:defRPr sz="3225" b="1">
                <a:solidFill>
                  <a:srgbClr val="271443"/>
                </a:solidFill>
                <a:latin typeface="Segoe UI"/>
                <a:ea typeface="Segoe UI"/>
                <a:cs typeface="Segoe UI"/>
              </a:defRPr>
            </a:defPPr>
          </a:lstStyle>
          <a:p>
            <a:pPr algn="l">
              <a:lnSpc>
                <a:spcPct val="108000"/>
              </a:lnSpc>
              <a:buNone/>
              <a:defRPr sz="3225" b="1">
                <a:solidFill>
                  <a:srgbClr val="271443"/>
                </a:solidFill>
                <a:latin typeface="Segoe UI"/>
                <a:ea typeface="Segoe UI"/>
                <a:cs typeface="Segoe UI"/>
              </a:defRPr>
            </a:pPr>
            <a:r>
              <a:rPr sz="3225" b="1">
                <a:solidFill>
                  <a:srgbClr val="271443"/>
                </a:solidFill>
                <a:latin typeface="Segoe UI"/>
                <a:ea typeface="Segoe UI"/>
                <a:cs typeface="Segoe UI"/>
              </a:rPr>
              <a:t>Студенттердің жетістіктерін</a:t>
            </a:r>
          </a:p>
          <a:p>
            <a:pPr algn="l">
              <a:lnSpc>
                <a:spcPct val="108000"/>
              </a:lnSpc>
              <a:buNone/>
              <a:defRPr sz="3225" b="1">
                <a:solidFill>
                  <a:srgbClr val="271443"/>
                </a:solidFill>
                <a:latin typeface="Segoe UI"/>
                <a:ea typeface="Segoe UI"/>
                <a:cs typeface="Segoe UI"/>
              </a:defRPr>
            </a:pPr>
            <a:r>
              <a:rPr sz="3225" b="1">
                <a:solidFill>
                  <a:srgbClr val="271443"/>
                </a:solidFill>
                <a:latin typeface="Segoe UI"/>
                <a:ea typeface="Segoe UI"/>
                <a:cs typeface="Segoe UI"/>
              </a:rPr>
              <a:t>есепке алуға және рейтингін</a:t>
            </a:r>
          </a:p>
          <a:p>
            <a:pPr algn="l">
              <a:lnSpc>
                <a:spcPct val="108000"/>
              </a:lnSpc>
              <a:buNone/>
              <a:defRPr sz="3225" b="1">
                <a:solidFill>
                  <a:srgbClr val="271443"/>
                </a:solidFill>
                <a:latin typeface="Segoe UI"/>
                <a:ea typeface="Segoe UI"/>
                <a:cs typeface="Segoe UI"/>
              </a:defRPr>
            </a:pPr>
            <a:r>
              <a:rPr sz="3225" b="1">
                <a:solidFill>
                  <a:srgbClr val="271443"/>
                </a:solidFill>
                <a:latin typeface="Segoe UI"/>
                <a:ea typeface="Segoe UI"/>
                <a:cs typeface="Segoe UI"/>
              </a:rPr>
              <a:t>қалыптастыруға арналған</a:t>
            </a:r>
          </a:p>
          <a:p>
            <a:pPr algn="l">
              <a:lnSpc>
                <a:spcPct val="108000"/>
              </a:lnSpc>
              <a:buNone/>
              <a:defRPr sz="3225" b="1">
                <a:solidFill>
                  <a:srgbClr val="271443"/>
                </a:solidFill>
                <a:latin typeface="Segoe UI"/>
                <a:ea typeface="Segoe UI"/>
                <a:cs typeface="Segoe UI"/>
              </a:defRPr>
            </a:pPr>
            <a:r>
              <a:rPr sz="3225" b="1">
                <a:solidFill>
                  <a:srgbClr val="271443"/>
                </a:solidFill>
                <a:latin typeface="Segoe UI"/>
                <a:ea typeface="Segoe UI"/>
                <a:cs typeface="Segoe UI"/>
              </a:rPr>
              <a:t>мобильді қосымша әзірлеу</a:t>
            </a:r>
          </a:p>
        </p:txBody>
      </p:sp>
      <p:sp>
        <p:nvSpPr>
          <p:cNvPr id="5" name="Subtitle 4">
            <a:extLst>
              <a:ext uri="{FF2B5EF4-FFF2-40B4-BE49-F238E27FC236}">
                <ns2:creationId id="{9CFCDDD1-6B62-D648-FCD8-F519A8EBFE03}"/>
              </a:ext>
            </a:extLst>
          </p:cNvPr>
          <p:cNvSpPr>
            <a:spLocks noGrp="1"/>
          </p:cNvSpPr>
          <p:nvPr>
            <p:ph type="subTitle" idx="1"/>
          </p:nvPr>
        </p:nvSpPr>
        <p:spPr>
          <a:xfrm>
            <a:off x="393668" y="5170742"/>
            <a:ext cx="4000500" cy="685800"/>
          </a:xfrm>
        </p:spPr>
        <p:txBody>
          <a:bodyPr wrap="square" lIns="0" tIns="0" rIns="0" bIns="0" anchor="t">
            <a:noAutofit/>
          </a:bodyPr>
          <a:lstStyle>
            <a:defPPr algn="l">
              <a:defRPr sz="1500" b="0">
                <a:solidFill>
                  <a:srgbClr val="796A8D"/>
                </a:solidFill>
                <a:latin typeface="Segoe UI"/>
                <a:ea typeface="Segoe UI"/>
                <a:cs typeface="Segoe UI"/>
              </a:defRPr>
            </a:defPPr>
          </a:lstStyle>
          <a:p>
            <a:pPr algn="l">
              <a:lnSpc>
                <a:spcPct val="108000"/>
              </a:lnSpc>
              <a:buNone/>
              <a:defRPr sz="1500" b="0">
                <a:solidFill>
                  <a:srgbClr val="796A8D"/>
                </a:solidFill>
                <a:latin typeface="Segoe UI"/>
                <a:ea typeface="Segoe UI"/>
                <a:cs typeface="Segoe UI"/>
              </a:defRPr>
            </a:pPr>
            <a:r>
              <a:rPr sz="1500" b="0">
                <a:solidFill>
                  <a:srgbClr val="796A8D"/>
                </a:solidFill>
                <a:latin typeface="Segoe UI"/>
                <a:ea typeface="Segoe UI"/>
                <a:cs typeface="Segoe UI"/>
              </a:rPr>
              <a:t>Студенттің Т.А.Ә.: __________________</a:t>
            </a:r>
          </a:p>
          <a:p>
            <a:pPr algn="l">
              <a:lnSpc>
                <a:spcPct val="108000"/>
              </a:lnSpc>
              <a:buNone/>
              <a:defRPr sz="1500" b="0">
                <a:solidFill>
                  <a:srgbClr val="796A8D"/>
                </a:solidFill>
                <a:latin typeface="Segoe UI"/>
                <a:ea typeface="Segoe UI"/>
                <a:cs typeface="Segoe UI"/>
              </a:defRPr>
            </a:pPr>
            <a:r>
              <a:rPr sz="1500" b="0">
                <a:solidFill>
                  <a:srgbClr val="796A8D"/>
                </a:solidFill>
                <a:latin typeface="Segoe UI"/>
                <a:ea typeface="Segoe UI"/>
                <a:cs typeface="Segoe UI"/>
              </a:rPr>
              <a:t>Тобы: _____________________________</a:t>
            </a:r>
          </a:p>
        </p:txBody>
      </p:sp>
      <p:sp>
        <p:nvSpPr>
          <p:cNvPr id="2" name="Subtitle 4">
            <a:extLst>
              <a:ext uri="{FF2B5EF4-FFF2-40B4-BE49-F238E27FC236}">
                <ns2:creationId id="{7DE36FE5-F5E6-DBA2-7BCD-BDE05B2A17C3}"/>
              </a:ext>
            </a:extLst>
          </p:cNvPr>
          <p:cNvSpPr>
            <a:spLocks noGrp="1"/>
          </p:cNvSpPr>
          <p:nvPr/>
        </p:nvSpPr>
        <p:spPr>
          <a:xfrm>
            <a:off x="4667250" y="5170742"/>
            <a:ext cx="3105150" cy="685800"/>
          </a:xfrm>
          <a:prstGeom prst="rect">
            <a:avLst/>
          </a:prstGeom>
        </p:spPr>
        <p:txBody>
          <a:bodyPr vert="horz" wrap="square" lIns="0" tIns="0" rIns="0" bIns="0" anchor="t">
            <a:noAutofit/>
          </a:bodyPr>
          <a:lstStyle>
            <a:defPPr algn="l">
              <a:defRPr sz="1500" b="0">
                <a:solidFill>
                  <a:srgbClr val="796A8D"/>
                </a:solidFill>
                <a:latin typeface="Segoe UI"/>
                <a:ea typeface="Segoe UI"/>
                <a:cs typeface="Segoe UI"/>
              </a:defRPr>
            </a:defPPr>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a:pPr algn="l">
              <a:lnSpc>
                <a:spcPct val="108000"/>
              </a:lnSpc>
              <a:buNone/>
              <a:defRPr sz="1500" b="0">
                <a:solidFill>
                  <a:srgbClr val="796A8D"/>
                </a:solidFill>
                <a:latin typeface="Segoe UI"/>
                <a:ea typeface="Segoe UI"/>
                <a:cs typeface="Segoe UI"/>
              </a:defRPr>
            </a:pPr>
            <a:r>
              <a:rPr sz="1500" b="0">
                <a:solidFill>
                  <a:srgbClr val="796A8D"/>
                </a:solidFill>
                <a:latin typeface="Segoe UI"/>
                <a:ea typeface="Segoe UI"/>
                <a:cs typeface="Segoe UI"/>
              </a:rPr>
              <a:t>Оқытушының Т.А.Ә.:</a:t>
            </a:r>
          </a:p>
          <a:p>
            <a:pPr algn="l">
              <a:lnSpc>
                <a:spcPct val="108000"/>
              </a:lnSpc>
              <a:buNone/>
              <a:defRPr sz="1500" b="0">
                <a:solidFill>
                  <a:srgbClr val="796A8D"/>
                </a:solidFill>
                <a:latin typeface="Segoe UI"/>
                <a:ea typeface="Segoe UI"/>
                <a:cs typeface="Segoe UI"/>
              </a:defRPr>
            </a:pPr>
            <a:r>
              <a:rPr sz="1500" b="0">
                <a:solidFill>
                  <a:srgbClr val="796A8D"/>
                </a:solidFill>
                <a:latin typeface="Segoe UI"/>
                <a:ea typeface="Segoe UI"/>
                <a:cs typeface="Segoe UI"/>
              </a:rPr>
              <a:t>_____________________________</a:t>
            </a:r>
          </a:p>
        </p:txBody>
      </p:sp>
      <p:sp>
        <p:nvSpPr>
          <p:cNvPr id="3" name="Subtitle 4">
            <a:extLst>
              <a:ext uri="{FF2B5EF4-FFF2-40B4-BE49-F238E27FC236}">
                <ns2:creationId id="{1855E0C5-A5E4-590B-0D77-15A6F24D051A}"/>
              </a:ext>
            </a:extLst>
          </p:cNvPr>
          <p:cNvSpPr>
            <a:spLocks noGrp="1"/>
          </p:cNvSpPr>
          <p:nvPr/>
        </p:nvSpPr>
        <p:spPr>
          <a:xfrm>
            <a:off x="8608219" y="623602"/>
            <a:ext cx="3199257" cy="381000"/>
          </a:xfrm>
          <a:prstGeom prst="rect">
            <a:avLst/>
          </a:prstGeom>
        </p:spPr>
        <p:txBody>
          <a:bodyPr vert="horz" wrap="square" lIns="0" tIns="0" rIns="0" bIns="0" anchor="t">
            <a:noAutofit/>
          </a:bodyPr>
          <a:lstStyle>
            <a:defPPr algn="r">
              <a:defRPr sz="1650" b="0">
                <a:solidFill>
                  <a:srgbClr val="7C3AED"/>
                </a:solidFill>
                <a:latin typeface="Segoe UI"/>
                <a:ea typeface="Segoe UI"/>
                <a:cs typeface="Segoe UI"/>
              </a:defRPr>
            </a:defPPr>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a:pPr algn="r">
              <a:lnSpc>
                <a:spcPct val="108000"/>
              </a:lnSpc>
              <a:buNone/>
              <a:defRPr sz="1650" b="0">
                <a:solidFill>
                  <a:srgbClr val="7C3AED"/>
                </a:solidFill>
                <a:latin typeface="Segoe UI"/>
                <a:ea typeface="Segoe UI"/>
                <a:cs typeface="Segoe UI"/>
              </a:defRPr>
            </a:pPr>
            <a:r>
              <a:rPr sz="1650" b="0">
                <a:solidFill>
                  <a:srgbClr val="7C3AED"/>
                </a:solidFill>
                <a:latin typeface="Segoe UI"/>
                <a:ea typeface="Segoe UI"/>
                <a:cs typeface="Segoe UI"/>
              </a:rPr>
              <a:t>Курстық жоба</a:t>
            </a:r>
          </a:p>
        </p:txBody>
      </p:sp>
      <p:sp>
        <p:nvSpPr>
          <p:cNvPr id="7" name="Subtitle 4">
            <a:extLst>
              <a:ext uri="{FF2B5EF4-FFF2-40B4-BE49-F238E27FC236}">
                <ns2:creationId id="{5794C0B2-4912-64A0-21CF-60B66252E5AC}"/>
              </a:ext>
            </a:extLst>
          </p:cNvPr>
          <p:cNvSpPr>
            <a:spLocks noGrp="1"/>
          </p:cNvSpPr>
          <p:nvPr/>
        </p:nvSpPr>
        <p:spPr>
          <a:xfrm>
            <a:off x="393668" y="623602"/>
            <a:ext cx="5537168" cy="1000125"/>
          </a:xfrm>
          <a:prstGeom prst="rect">
            <a:avLst/>
          </a:prstGeom>
        </p:spPr>
        <p:txBody>
          <a:bodyPr vert="horz" wrap="square" lIns="0" tIns="0" rIns="0" bIns="0" anchor="t">
            <a:noAutofit/>
          </a:bodyPr>
          <a:lstStyle>
            <a:defPPr algn="l">
              <a:defRPr sz="6150" b="1">
                <a:solidFill>
                  <a:srgbClr val="4C1D95"/>
                </a:solidFill>
                <a:latin typeface="Segoe UI"/>
                <a:ea typeface="Segoe UI"/>
                <a:cs typeface="Segoe UI"/>
              </a:defRPr>
            </a:defPPr>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a:pPr algn="l">
              <a:lnSpc>
                <a:spcPct val="108000"/>
              </a:lnSpc>
              <a:buNone/>
              <a:defRPr sz="6150" b="1">
                <a:solidFill>
                  <a:srgbClr val="4C1D95"/>
                </a:solidFill>
                <a:latin typeface="Segoe UI"/>
                <a:ea typeface="Segoe UI"/>
                <a:cs typeface="Segoe UI"/>
              </a:defRPr>
            </a:pPr>
            <a:r>
              <a:rPr sz="6150" b="1">
                <a:solidFill>
                  <a:srgbClr val="4C1D95"/>
                </a:solidFill>
                <a:latin typeface="Segoe UI"/>
                <a:ea typeface="Segoe UI"/>
                <a:cs typeface="Segoe UI"/>
              </a:rPr>
              <a:t>Dáreje</a:t>
            </a:r>
          </a:p>
        </p:txBody>
      </p:sp>
      <p:sp>
        <p:nvSpPr>
          <p:cNvPr id="8" name="Straight Connector 7">
            <a:extLst>
              <a:ext uri="{FF2B5EF4-FFF2-40B4-BE49-F238E27FC236}">
                <ns2:creationId id="{3A5E116B-8627-450D-BB80-6E089152321C}"/>
              </a:ext>
            </a:extLst>
          </p:cNvPr>
          <p:cNvSpPr>
            <a:spLocks noGrp="1"/>
          </p:cNvSpPr>
          <p:nvPr/>
        </p:nvSpPr>
        <p:spPr>
          <a:xfrm>
            <a:off x="384537" y="374574"/>
            <a:ext cx="11422926" cy="0"/>
          </a:xfrm>
          <a:prstGeom prst="line">
            <a:avLst/>
          </a:prstGeom>
          <a:ln w="12668">
            <a:solidFill>
              <a:srgbClr val="C4ADF4"/>
            </a:solidFill>
            <a:prstDash val="solid"/>
          </a:ln>
        </p:spPr>
        <p:style>
          <a:lnRef idx="2">
            <a:schemeClr val="accent1"/>
          </a:lnRef>
          <a:fillRef idx="0">
            <a:schemeClr val="accent1"/>
          </a:fillRef>
          <a:effectRef idx="1">
            <a:schemeClr val="accent1"/>
          </a:effectRef>
          <a:fontRef idx="minor">
            <a:schemeClr val="tx1"/>
          </a:fontRef>
        </p:style>
      </p:sp>
      <p:sp>
        <p:nvSpPr>
          <p:cNvPr id="9" name="">
            <a:extLst>
              <a:ext uri="{FF2B5EF4-FFF2-40B4-BE49-F238E27FC236}">
                <ns2:creationId id="{02369F79-453F-45A0-910A-C0EDC18AAD69}"/>
              </a:ext>
            </a:extLst>
          </p:cNvPr>
          <p:cNvSpPr>
            <a:spLocks noGrp="1"/>
          </p:cNvSpPr>
          <p:nvPr/>
        </p:nvSpPr>
        <p:spPr>
          <a:xfrm>
            <a:off x="393668" y="6048375"/>
            <a:ext cx="7391400" cy="266700"/>
          </a:xfrm>
          <a:prstGeom prst="rect">
            <a:avLst/>
          </a:prstGeom>
          <a:noFill/>
          <a:ln w="0">
            <a:noFill/>
            <a:prstDash val="solid"/>
          </a:ln>
        </p:spPr>
        <p:txBody>
          <a:bodyPr wrap="square" lIns="0" tIns="0" rIns="0" bIns="0" anchor="t">
            <a:noAutofit/>
          </a:bodyPr>
          <a:lstStyle>
            <a:defPPr algn="l">
              <a:defRPr sz="1425" b="0">
                <a:solidFill>
                  <a:srgbClr val="796A8D"/>
                </a:solidFill>
                <a:latin typeface="Segoe UI"/>
                <a:ea typeface="Segoe UI"/>
                <a:cs typeface="Segoe UI"/>
              </a:defRPr>
            </a:defPPr>
          </a:lstStyle>
          <a:p>
            <a:pPr algn="l">
              <a:lnSpc>
                <a:spcPct val="108000"/>
              </a:lnSpc>
              <a:buNone/>
              <a:defRPr sz="1425" b="0">
                <a:solidFill>
                  <a:srgbClr val="796A8D"/>
                </a:solidFill>
                <a:latin typeface="Segoe UI"/>
                <a:ea typeface="Segoe UI"/>
                <a:cs typeface="Segoe UI"/>
              </a:defRPr>
            </a:pPr>
            <a:r>
              <a:rPr sz="1425" b="0">
                <a:solidFill>
                  <a:srgbClr val="796A8D"/>
                </a:solidFill>
                <a:latin typeface="Segoe UI"/>
                <a:ea typeface="Segoe UI"/>
                <a:cs typeface="Segoe UI"/>
              </a:rPr>
              <a:t>Оқу орны: ______________________________________________________</a:t>
            </a:r>
          </a:p>
        </p:txBody>
      </p:sp>
      <p:pic>
        <p:nvPicPr>
          <p:cNvPr id="10" name="">
            <a:extLst>
              <a:ext uri="{FF2B5EF4-FFF2-40B4-BE49-F238E27FC236}">
                <ns2:creationId id="{A6101E66-E3F3-40F7-8C19-D8761A2B8E16}"/>
              </a:ext>
            </a:extLst>
          </p:cNvPr>
          <p:cNvPicPr>
            <a:picLocks noChangeAspect="1"/>
          </p:cNvPicPr>
          <p:nvPr/>
        </p:nvPicPr>
        <p:blipFill>
          <a:blip r:embed="R49d50fa25f8e4c20"/>
          <a:stretch/>
        </p:blipFill>
        <p:spPr>
          <a:xfrm>
            <a:off x="7977188" y="1524000"/>
            <a:ext cx="3486150" cy="4648200"/>
          </a:xfrm>
          <a:prstGeom prst="rect">
            <a:avLst/>
          </a:prstGeom>
        </p:spPr>
      </p:pic>
    </p:spTree>
    <p:extLst>
      <p:ext uri="{BB962C8B-B14F-4D97-AF65-F5344CB8AC3E}">
        <ns4:creationId val="1986947201"/>
      </p:ext>
    </p:extLst>
  </p:cSld>
  <p:transition spd="slow" advClick="1">
    <p:fade/>
  </p:transition>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533" name="Google Shape;533;p58">
            <a:extLst>
              <a:ext uri="{FF2B5EF4-FFF2-40B4-BE49-F238E27FC236}">
                <ns2:creationId id="{ABCF34BB-5640-4672-FD7F-6F84F746453B}"/>
              </a:ext>
            </a:extLst>
          </p:cNvPr>
          <p:cNvSpPr>
            <a:spLocks noGrp="1"/>
          </p:cNvSpPr>
          <p:nvPr>
            <p:ph type="title" idx="0"/>
          </p:nvPr>
        </p:nvSpPr>
        <p:spPr>
          <a:xfrm>
            <a:off x="393668" y="344043"/>
            <a:ext cx="11404568" cy="790575"/>
          </a:xfrm>
          <a:prstGeom prst="rect">
            <a:avLst/>
          </a:prstGeom>
        </p:spPr>
        <p:txBody>
          <a:bodyPr spcFirstLastPara="1" vert="horz" wrap="square" lIns="0" tIns="0" rIns="0" bIns="0" anchor="t">
            <a:noAutofit/>
          </a:bodyPr>
          <a:lstStyle>
            <a:defPPr algn="l">
              <a:defRPr sz="3300" b="1">
                <a:solidFill>
                  <a:srgbClr val="271443"/>
                </a:solidFill>
                <a:latin typeface="Segoe UI"/>
                <a:ea typeface="Segoe UI"/>
                <a:cs typeface="Segoe UI"/>
              </a:defRPr>
            </a:defPPr>
          </a:lstStyle>
          <a:p>
            <a:pPr algn="l">
              <a:lnSpc>
                <a:spcPct val="108000"/>
              </a:lnSpc>
              <a:buNone/>
              <a:defRPr sz="3300" b="1">
                <a:solidFill>
                  <a:srgbClr val="271443"/>
                </a:solidFill>
                <a:latin typeface="Segoe UI"/>
                <a:ea typeface="Segoe UI"/>
                <a:cs typeface="Segoe UI"/>
              </a:defRPr>
            </a:pPr>
            <a:r>
              <a:rPr sz="3300" b="1">
                <a:solidFill>
                  <a:srgbClr val="271443"/>
                </a:solidFill>
                <a:latin typeface="Segoe UI"/>
                <a:ea typeface="Segoe UI"/>
                <a:cs typeface="Segoe UI"/>
              </a:rPr>
              <a:t>Жобаның өзектілігі</a:t>
            </a:r>
            <a:endParaRPr/>
          </a:p>
        </p:txBody>
      </p:sp>
      <p:sp>
        <p:nvSpPr>
          <p:cNvPr id="2" name="Footer Placeholder 1">
            <a:extLst>
              <a:ext uri="{FF2B5EF4-FFF2-40B4-BE49-F238E27FC236}">
                <ns2:creationId id="{C46137E5-AEE5-3117-B65E-F6CB8896FBD4}"/>
              </a:ext>
            </a:extLst>
          </p:cNvPr>
          <p:cNvSpPr>
            <a:spLocks noGrp="1"/>
          </p:cNvSpPr>
          <p:nvPr>
            <p:ph type="ftr" idx="3"/>
          </p:nvPr>
        </p:nvSpPr>
        <p:spPr>
          <a:xfrm>
            <a:off x="393668" y="6279928"/>
            <a:ext cx="3568732" cy="241268"/>
          </a:xfrm>
        </p:spPr>
        <p:txBody>
          <a:bodyPr wrap="square" lIns="0" tIns="0" rIns="0" bIns="0" anchor="t">
            <a:noAutofit/>
          </a:bodyPr>
          <a:lstStyle>
            <a:defPPr algn="l">
              <a:defRPr sz="1125" b="0">
                <a:solidFill>
                  <a:srgbClr val="796A8D"/>
                </a:solidFill>
                <a:latin typeface="Segoe UI"/>
                <a:ea typeface="Segoe UI"/>
                <a:cs typeface="Segoe UI"/>
              </a:defRPr>
            </a:defPPr>
          </a:lstStyle>
          <a:p>
            <a:pPr marL="0" marR="0" lvl="0" indent="0" algn="l" defTabSz="914400">
              <a:lnSpc>
                <a:spcPct val="108000"/>
              </a:lnSpc>
              <a:spcBef>
                <a:spcPts val="0"/>
              </a:spcBef>
              <a:spcAft>
                <a:spcPts val="0"/>
              </a:spcAft>
              <a:buClrTx/>
              <a:buSzTx/>
              <a:buFontTx/>
              <a:buNone/>
              <a:defRPr sz="1125" b="0">
                <a:solidFill>
                  <a:srgbClr val="796A8D"/>
                </a:solidFill>
                <a:latin typeface="Segoe UI"/>
                <a:ea typeface="Segoe UI"/>
                <a:cs typeface="Segoe UI"/>
              </a:defRPr>
            </a:pPr>
            <a:r>
              <a:rPr sz="1125" b="0">
                <a:solidFill>
                  <a:srgbClr val="796A8D"/>
                </a:solidFill>
                <a:latin typeface="Segoe UI"/>
                <a:ea typeface="Segoe UI"/>
                <a:cs typeface="Segoe UI"/>
              </a:rPr>
              <a:t>Dáreje</a:t>
            </a:r>
            <a:endParaRPr sz="1100" b="0" i="0" u="none" strike="noStrike" kern="1200" cap="none" spc="0" baseline="0">
              <a:ln>
                <a:noFill/>
              </a:ln>
              <a:solidFill>
                <a:srgbClr val="000000"/>
              </a:solidFill>
              <a:latin typeface="Segoe UI"/>
              <a:ea typeface="Segoe UI"/>
              <a:cs typeface="Segoe UI"/>
            </a:endParaRPr>
          </a:p>
        </p:txBody>
      </p:sp>
      <p:sp>
        <p:nvSpPr>
          <p:cNvPr id="5" name="Slide Number Placeholder 4">
            <a:extLst>
              <a:ext uri="{FF2B5EF4-FFF2-40B4-BE49-F238E27FC236}">
                <ns2:creationId id="{178194EC-C78C-2EFE-6956-F359C5D3CE66}"/>
              </a:ext>
            </a:extLst>
          </p:cNvPr>
          <p:cNvSpPr>
            <a:spLocks noGrp="1"/>
          </p:cNvSpPr>
          <p:nvPr>
            <p:ph type="sldNum" idx="4"/>
          </p:nvPr>
        </p:nvSpPr>
        <p:spPr>
          <a:xfrm>
            <a:off x="11279315" y="6279261"/>
            <a:ext cx="518922" cy="241268"/>
          </a:xfrm>
        </p:spPr>
        <p:txBody>
          <a:bodyPr wrap="square" lIns="0" tIns="0" rIns="0" bIns="0" anchor="t">
            <a:noAutofit/>
          </a:bodyPr>
          <a:lstStyle>
            <a:defPPr algn="r">
              <a:defRPr sz="1125" b="0">
                <a:solidFill>
                  <a:srgbClr val="796A8D"/>
                </a:solidFill>
                <a:latin typeface="Segoe UI"/>
                <a:ea typeface="Segoe UI"/>
                <a:cs typeface="Segoe UI"/>
              </a:defRPr>
            </a:defPPr>
          </a:lstStyle>
          <a:p>
            <a:pPr marL="0" marR="0" lvl="0" indent="0" algn="r" defTabSz="914400">
              <a:lnSpc>
                <a:spcPct val="108000"/>
              </a:lnSpc>
              <a:spcBef>
                <a:spcPts val="0"/>
              </a:spcBef>
              <a:spcAft>
                <a:spcPts val="0"/>
              </a:spcAft>
              <a:buClrTx/>
              <a:buSzTx/>
              <a:buFontTx/>
              <a:buNone/>
              <a:defRPr sz="1125" b="0">
                <a:solidFill>
                  <a:srgbClr val="796A8D"/>
                </a:solidFill>
                <a:latin typeface="Segoe UI"/>
                <a:ea typeface="Segoe UI"/>
                <a:cs typeface="Segoe UI"/>
              </a:defRPr>
            </a:pPr>
            <a:fld id="{CBAEABBA-AD62-52D1-5588-17C604158753}" type="slidenum">
              <a:rPr sz="1125" b="0" i="0" u="none" strike="noStrike" cap="none" spc="0" baseline="0">
                <a:ln>
                  <a:noFill/>
                </a:ln>
                <a:solidFill>
                  <a:srgbClr val="796A8D"/>
                </a:solidFill>
                <a:latin typeface="Segoe UI"/>
                <a:ea typeface="Segoe UI"/>
                <a:cs typeface="Segoe UI"/>
              </a:rPr>
              <a:t>02</a:t>
            </a:fld>
            <a:endParaRPr sz="1100" b="0" i="0" u="none" strike="noStrike" kern="1200" cap="none" spc="0" baseline="0">
              <a:ln>
                <a:noFill/>
              </a:ln>
              <a:solidFill>
                <a:srgbClr val="000000"/>
              </a:solidFill>
              <a:latin typeface="Segoe UI"/>
              <a:ea typeface="Segoe UI"/>
              <a:cs typeface="Segoe UI"/>
            </a:endParaRPr>
          </a:p>
        </p:txBody>
      </p:sp>
      <p:sp>
        <p:nvSpPr>
          <p:cNvPr id="534" name="">
            <a:extLst>
              <a:ext uri="{FF2B5EF4-FFF2-40B4-BE49-F238E27FC236}">
                <ns2:creationId id="{B53425DD-1C56-40EE-BD22-F9D426296DA3}"/>
              </a:ext>
            </a:extLst>
          </p:cNvPr>
          <p:cNvSpPr>
            <a:spLocks noGrp="1"/>
          </p:cNvSpPr>
          <p:nvPr/>
        </p:nvSpPr>
        <p:spPr>
          <a:xfrm>
            <a:off x="400050" y="1438275"/>
            <a:ext cx="4857750" cy="333375"/>
          </a:xfrm>
          <a:prstGeom prst="rect">
            <a:avLst/>
          </a:prstGeom>
          <a:noFill/>
          <a:ln w="0">
            <a:noFill/>
            <a:prstDash val="solid"/>
          </a:ln>
        </p:spPr>
        <p:txBody>
          <a:bodyPr wrap="square" lIns="0" tIns="0" rIns="0" bIns="0" anchor="t">
            <a:noAutofit/>
          </a:bodyPr>
          <a:lstStyle>
            <a:defPPr algn="l">
              <a:defRPr sz="1350" b="1">
                <a:solidFill>
                  <a:srgbClr val="796A8D"/>
                </a:solidFill>
                <a:latin typeface="Segoe UI"/>
                <a:ea typeface="Segoe UI"/>
                <a:cs typeface="Segoe UI"/>
              </a:defRPr>
            </a:defPPr>
          </a:lstStyle>
          <a:p>
            <a:pPr algn="l">
              <a:lnSpc>
                <a:spcPct val="108000"/>
              </a:lnSpc>
              <a:buNone/>
              <a:defRPr sz="1350" b="1">
                <a:solidFill>
                  <a:srgbClr val="796A8D"/>
                </a:solidFill>
                <a:latin typeface="Segoe UI"/>
                <a:ea typeface="Segoe UI"/>
                <a:cs typeface="Segoe UI"/>
              </a:defRPr>
            </a:pPr>
            <a:r>
              <a:rPr sz="1350" b="1">
                <a:solidFill>
                  <a:srgbClr val="796A8D"/>
                </a:solidFill>
                <a:latin typeface="Segoe UI"/>
                <a:ea typeface="Segoe UI"/>
                <a:cs typeface="Segoe UI"/>
              </a:rPr>
              <a:t>МӘСЕЛЕ</a:t>
            </a:r>
          </a:p>
        </p:txBody>
      </p:sp>
      <p:sp>
        <p:nvSpPr>
          <p:cNvPr id="535" name="">
            <a:extLst>
              <a:ext uri="{FF2B5EF4-FFF2-40B4-BE49-F238E27FC236}">
                <ns2:creationId id="{DB9E3274-E13E-47F6-8CEF-7426918DE9D8}"/>
              </a:ext>
            </a:extLst>
          </p:cNvPr>
          <p:cNvSpPr>
            <a:spLocks noGrp="1"/>
          </p:cNvSpPr>
          <p:nvPr/>
        </p:nvSpPr>
        <p:spPr>
          <a:xfrm>
            <a:off x="400050" y="2028825"/>
            <a:ext cx="4629150" cy="971550"/>
          </a:xfrm>
          <a:prstGeom prst="roundRect">
            <a:avLst>
              <a:gd name="adj" fmla="val 20588"/>
            </a:avLst>
          </a:prstGeom>
          <a:solidFill>
            <a:srgbClr val="F5F3FF"/>
          </a:solidFill>
          <a:ln w="9525">
            <a:solidFill>
              <a:srgbClr val="F5F3FF"/>
            </a:solidFill>
            <a:prstDash val="solid"/>
          </a:ln>
        </p:spPr>
      </p:sp>
      <p:sp>
        <p:nvSpPr>
          <p:cNvPr id="536" name="">
            <a:extLst>
              <a:ext uri="{FF2B5EF4-FFF2-40B4-BE49-F238E27FC236}">
                <ns2:creationId id="{D5992F91-D74C-4C10-A98F-2C5051B0D682}"/>
              </a:ext>
            </a:extLst>
          </p:cNvPr>
          <p:cNvSpPr>
            <a:spLocks noGrp="1"/>
          </p:cNvSpPr>
          <p:nvPr/>
        </p:nvSpPr>
        <p:spPr>
          <a:xfrm>
            <a:off x="628650" y="2219325"/>
            <a:ext cx="514350" cy="457200"/>
          </a:xfrm>
          <a:prstGeom prst="rect">
            <a:avLst/>
          </a:prstGeom>
          <a:noFill/>
          <a:ln w="0">
            <a:noFill/>
            <a:prstDash val="solid"/>
          </a:ln>
        </p:spPr>
        <p:txBody>
          <a:bodyPr wrap="square" lIns="0" tIns="0" rIns="0" bIns="0" anchor="t">
            <a:noAutofit/>
          </a:bodyPr>
          <a:lstStyle>
            <a:defPPr algn="l">
              <a:defRPr sz="2400" b="1">
                <a:solidFill>
                  <a:srgbClr val="7C3AED"/>
                </a:solidFill>
                <a:latin typeface="Segoe UI"/>
                <a:ea typeface="Segoe UI"/>
                <a:cs typeface="Segoe UI"/>
              </a:defRPr>
            </a:defPPr>
          </a:lstStyle>
          <a:p>
            <a:pPr algn="l">
              <a:lnSpc>
                <a:spcPct val="108000"/>
              </a:lnSpc>
              <a:buNone/>
              <a:defRPr sz="2400" b="1">
                <a:solidFill>
                  <a:srgbClr val="7C3AED"/>
                </a:solidFill>
                <a:latin typeface="Segoe UI"/>
                <a:ea typeface="Segoe UI"/>
                <a:cs typeface="Segoe UI"/>
              </a:defRPr>
            </a:pPr>
            <a:r>
              <a:rPr sz="2400" b="1">
                <a:solidFill>
                  <a:srgbClr val="7C3AED"/>
                </a:solidFill>
                <a:latin typeface="Segoe UI"/>
                <a:ea typeface="Segoe UI"/>
                <a:cs typeface="Segoe UI"/>
              </a:rPr>
              <a:t>01</a:t>
            </a:r>
          </a:p>
        </p:txBody>
      </p:sp>
      <p:sp>
        <p:nvSpPr>
          <p:cNvPr id="537" name="">
            <a:extLst>
              <a:ext uri="{FF2B5EF4-FFF2-40B4-BE49-F238E27FC236}">
                <ns2:creationId id="{C426AD2E-46F9-43D7-B9DF-AAA80DDC3372}"/>
              </a:ext>
            </a:extLst>
          </p:cNvPr>
          <p:cNvSpPr>
            <a:spLocks noGrp="1"/>
          </p:cNvSpPr>
          <p:nvPr/>
        </p:nvSpPr>
        <p:spPr>
          <a:xfrm>
            <a:off x="1333500" y="2200275"/>
            <a:ext cx="3438525" cy="333375"/>
          </a:xfrm>
          <a:prstGeom prst="rect">
            <a:avLst/>
          </a:prstGeom>
          <a:noFill/>
          <a:ln w="0">
            <a:noFill/>
            <a:prstDash val="solid"/>
          </a:ln>
        </p:spPr>
        <p:txBody>
          <a:bodyPr wrap="square" lIns="0" tIns="0" rIns="0" bIns="0" anchor="t">
            <a:noAutofit/>
          </a:bodyPr>
          <a:lstStyle>
            <a:defPPr algn="l">
              <a:defRPr sz="1800" b="1">
                <a:solidFill>
                  <a:srgbClr val="271443"/>
                </a:solidFill>
                <a:latin typeface="Segoe UI"/>
                <a:ea typeface="Segoe UI"/>
                <a:cs typeface="Segoe UI"/>
              </a:defRPr>
            </a:defPPr>
          </a:lstStyle>
          <a:p>
            <a:pPr algn="l">
              <a:lnSpc>
                <a:spcPct val="108000"/>
              </a:lnSpc>
              <a:buNone/>
              <a:defRPr sz="1800" b="1">
                <a:solidFill>
                  <a:srgbClr val="271443"/>
                </a:solidFill>
                <a:latin typeface="Segoe UI"/>
                <a:ea typeface="Segoe UI"/>
                <a:cs typeface="Segoe UI"/>
              </a:defRPr>
            </a:pPr>
            <a:r>
              <a:rPr sz="1800" b="1">
                <a:solidFill>
                  <a:srgbClr val="271443"/>
                </a:solidFill>
                <a:latin typeface="Segoe UI"/>
                <a:ea typeface="Segoe UI"/>
                <a:cs typeface="Segoe UI"/>
              </a:rPr>
              <a:t>Шашыраңқы ақпарат</a:t>
            </a:r>
          </a:p>
        </p:txBody>
      </p:sp>
      <p:sp>
        <p:nvSpPr>
          <p:cNvPr id="538" name="">
            <a:extLst>
              <a:ext uri="{FF2B5EF4-FFF2-40B4-BE49-F238E27FC236}">
                <ns2:creationId id="{5EDE68AB-DBD4-488E-B4B7-382CDB3D766A}"/>
              </a:ext>
            </a:extLst>
          </p:cNvPr>
          <p:cNvSpPr>
            <a:spLocks noGrp="1"/>
          </p:cNvSpPr>
          <p:nvPr/>
        </p:nvSpPr>
        <p:spPr>
          <a:xfrm>
            <a:off x="1333500" y="2552700"/>
            <a:ext cx="3381375" cy="323850"/>
          </a:xfrm>
          <a:prstGeom prst="rect">
            <a:avLst/>
          </a:prstGeom>
          <a:noFill/>
          <a:ln w="0">
            <a:noFill/>
            <a:prstDash val="solid"/>
          </a:ln>
        </p:spPr>
        <p:txBody>
          <a:bodyPr wrap="square" lIns="0" tIns="0" rIns="0" bIns="0" anchor="t">
            <a:noAutofit/>
          </a:bodyPr>
          <a:lstStyle>
            <a:defPPr algn="l">
              <a:defRPr sz="1575" b="0">
                <a:solidFill>
                  <a:srgbClr val="796A8D"/>
                </a:solidFill>
                <a:latin typeface="Segoe UI"/>
                <a:ea typeface="Segoe UI"/>
                <a:cs typeface="Segoe UI"/>
              </a:defRPr>
            </a:defPPr>
          </a:lstStyle>
          <a:p>
            <a:pPr algn="l">
              <a:lnSpc>
                <a:spcPct val="108000"/>
              </a:lnSpc>
              <a:buNone/>
              <a:defRPr sz="1575" b="0">
                <a:solidFill>
                  <a:srgbClr val="796A8D"/>
                </a:solidFill>
                <a:latin typeface="Segoe UI"/>
                <a:ea typeface="Segoe UI"/>
                <a:cs typeface="Segoe UI"/>
              </a:defRPr>
            </a:pPr>
            <a:r>
              <a:rPr sz="1575" b="0">
                <a:solidFill>
                  <a:srgbClr val="796A8D"/>
                </a:solidFill>
                <a:latin typeface="Segoe UI"/>
                <a:ea typeface="Segoe UI"/>
                <a:cs typeface="Segoe UI"/>
              </a:rPr>
              <a:t>Жетістіктер әр жерде сақталады</a:t>
            </a:r>
          </a:p>
        </p:txBody>
      </p:sp>
      <p:sp>
        <p:nvSpPr>
          <p:cNvPr id="539" name="">
            <a:extLst>
              <a:ext uri="{FF2B5EF4-FFF2-40B4-BE49-F238E27FC236}">
                <ns2:creationId id="{84C1722F-70C3-43BE-A3FA-7AF83C2BF19A}"/>
              </a:ext>
            </a:extLst>
          </p:cNvPr>
          <p:cNvSpPr>
            <a:spLocks noGrp="1"/>
          </p:cNvSpPr>
          <p:nvPr/>
        </p:nvSpPr>
        <p:spPr>
          <a:xfrm>
            <a:off x="400050" y="3219450"/>
            <a:ext cx="4629150" cy="971550"/>
          </a:xfrm>
          <a:prstGeom prst="roundRect">
            <a:avLst>
              <a:gd name="adj" fmla="val 20588"/>
            </a:avLst>
          </a:prstGeom>
          <a:solidFill>
            <a:srgbClr val="F5F3FF"/>
          </a:solidFill>
          <a:ln w="9525">
            <a:solidFill>
              <a:srgbClr val="F5F3FF"/>
            </a:solidFill>
            <a:prstDash val="solid"/>
          </a:ln>
        </p:spPr>
      </p:sp>
      <p:sp>
        <p:nvSpPr>
          <p:cNvPr id="540" name="">
            <a:extLst>
              <a:ext uri="{FF2B5EF4-FFF2-40B4-BE49-F238E27FC236}">
                <ns2:creationId id="{D2825778-82B0-4267-A479-A5E47660FBA4}"/>
              </a:ext>
            </a:extLst>
          </p:cNvPr>
          <p:cNvSpPr>
            <a:spLocks noGrp="1"/>
          </p:cNvSpPr>
          <p:nvPr/>
        </p:nvSpPr>
        <p:spPr>
          <a:xfrm>
            <a:off x="628650" y="3409950"/>
            <a:ext cx="514350" cy="457200"/>
          </a:xfrm>
          <a:prstGeom prst="rect">
            <a:avLst/>
          </a:prstGeom>
          <a:noFill/>
          <a:ln w="0">
            <a:noFill/>
            <a:prstDash val="solid"/>
          </a:ln>
        </p:spPr>
        <p:txBody>
          <a:bodyPr wrap="square" lIns="0" tIns="0" rIns="0" bIns="0" anchor="t">
            <a:noAutofit/>
          </a:bodyPr>
          <a:lstStyle>
            <a:defPPr algn="l">
              <a:defRPr sz="2400" b="1">
                <a:solidFill>
                  <a:srgbClr val="7C3AED"/>
                </a:solidFill>
                <a:latin typeface="Segoe UI"/>
                <a:ea typeface="Segoe UI"/>
                <a:cs typeface="Segoe UI"/>
              </a:defRPr>
            </a:defPPr>
          </a:lstStyle>
          <a:p>
            <a:pPr algn="l">
              <a:lnSpc>
                <a:spcPct val="108000"/>
              </a:lnSpc>
              <a:buNone/>
              <a:defRPr sz="2400" b="1">
                <a:solidFill>
                  <a:srgbClr val="7C3AED"/>
                </a:solidFill>
                <a:latin typeface="Segoe UI"/>
                <a:ea typeface="Segoe UI"/>
                <a:cs typeface="Segoe UI"/>
              </a:defRPr>
            </a:pPr>
            <a:r>
              <a:rPr sz="2400" b="1">
                <a:solidFill>
                  <a:srgbClr val="7C3AED"/>
                </a:solidFill>
                <a:latin typeface="Segoe UI"/>
                <a:ea typeface="Segoe UI"/>
                <a:cs typeface="Segoe UI"/>
              </a:rPr>
              <a:t>02</a:t>
            </a:r>
          </a:p>
        </p:txBody>
      </p:sp>
      <p:sp>
        <p:nvSpPr>
          <p:cNvPr id="541" name="">
            <a:extLst>
              <a:ext uri="{FF2B5EF4-FFF2-40B4-BE49-F238E27FC236}">
                <ns2:creationId id="{DFD6F6B4-6375-4C4A-9D57-788354BB9C1A}"/>
              </a:ext>
            </a:extLst>
          </p:cNvPr>
          <p:cNvSpPr>
            <a:spLocks noGrp="1"/>
          </p:cNvSpPr>
          <p:nvPr/>
        </p:nvSpPr>
        <p:spPr>
          <a:xfrm>
            <a:off x="1333500" y="3390900"/>
            <a:ext cx="3438525" cy="333375"/>
          </a:xfrm>
          <a:prstGeom prst="rect">
            <a:avLst/>
          </a:prstGeom>
          <a:noFill/>
          <a:ln w="0">
            <a:noFill/>
            <a:prstDash val="solid"/>
          </a:ln>
        </p:spPr>
        <p:txBody>
          <a:bodyPr wrap="square" lIns="0" tIns="0" rIns="0" bIns="0" anchor="t">
            <a:noAutofit/>
          </a:bodyPr>
          <a:lstStyle>
            <a:defPPr algn="l">
              <a:defRPr sz="1800" b="1">
                <a:solidFill>
                  <a:srgbClr val="271443"/>
                </a:solidFill>
                <a:latin typeface="Segoe UI"/>
                <a:ea typeface="Segoe UI"/>
                <a:cs typeface="Segoe UI"/>
              </a:defRPr>
            </a:defPPr>
          </a:lstStyle>
          <a:p>
            <a:pPr algn="l">
              <a:lnSpc>
                <a:spcPct val="108000"/>
              </a:lnSpc>
              <a:buNone/>
              <a:defRPr sz="1800" b="1">
                <a:solidFill>
                  <a:srgbClr val="271443"/>
                </a:solidFill>
                <a:latin typeface="Segoe UI"/>
                <a:ea typeface="Segoe UI"/>
                <a:cs typeface="Segoe UI"/>
              </a:defRPr>
            </a:pPr>
            <a:r>
              <a:rPr sz="1800" b="1">
                <a:solidFill>
                  <a:srgbClr val="271443"/>
                </a:solidFill>
                <a:latin typeface="Segoe UI"/>
                <a:ea typeface="Segoe UI"/>
                <a:cs typeface="Segoe UI"/>
              </a:rPr>
              <a:t>Жүйелі бақылау</a:t>
            </a:r>
          </a:p>
        </p:txBody>
      </p:sp>
      <p:sp>
        <p:nvSpPr>
          <p:cNvPr id="542" name="">
            <a:extLst>
              <a:ext uri="{FF2B5EF4-FFF2-40B4-BE49-F238E27FC236}">
                <ns2:creationId id="{7815A927-B662-42BA-8D8C-A7FA368A1CAF}"/>
              </a:ext>
            </a:extLst>
          </p:cNvPr>
          <p:cNvSpPr>
            <a:spLocks noGrp="1"/>
          </p:cNvSpPr>
          <p:nvPr/>
        </p:nvSpPr>
        <p:spPr>
          <a:xfrm>
            <a:off x="1333500" y="3743325"/>
            <a:ext cx="3381375" cy="323850"/>
          </a:xfrm>
          <a:prstGeom prst="rect">
            <a:avLst/>
          </a:prstGeom>
          <a:noFill/>
          <a:ln w="0">
            <a:noFill/>
            <a:prstDash val="solid"/>
          </a:ln>
        </p:spPr>
        <p:txBody>
          <a:bodyPr wrap="square" lIns="0" tIns="0" rIns="0" bIns="0" anchor="t">
            <a:noAutofit/>
          </a:bodyPr>
          <a:lstStyle>
            <a:defPPr algn="l">
              <a:defRPr sz="1575" b="0">
                <a:solidFill>
                  <a:srgbClr val="796A8D"/>
                </a:solidFill>
                <a:latin typeface="Segoe UI"/>
                <a:ea typeface="Segoe UI"/>
                <a:cs typeface="Segoe UI"/>
              </a:defRPr>
            </a:defPPr>
          </a:lstStyle>
          <a:p>
            <a:pPr algn="l">
              <a:lnSpc>
                <a:spcPct val="108000"/>
              </a:lnSpc>
              <a:buNone/>
              <a:defRPr sz="1575" b="0">
                <a:solidFill>
                  <a:srgbClr val="796A8D"/>
                </a:solidFill>
                <a:latin typeface="Segoe UI"/>
                <a:ea typeface="Segoe UI"/>
                <a:cs typeface="Segoe UI"/>
              </a:defRPr>
            </a:pPr>
            <a:r>
              <a:rPr sz="1575" b="0">
                <a:solidFill>
                  <a:srgbClr val="796A8D"/>
                </a:solidFill>
                <a:latin typeface="Segoe UI"/>
                <a:ea typeface="Segoe UI"/>
                <a:cs typeface="Segoe UI"/>
              </a:rPr>
              <a:t>Нәтижелерді қадағалау қиын</a:t>
            </a:r>
          </a:p>
        </p:txBody>
      </p:sp>
      <p:sp>
        <p:nvSpPr>
          <p:cNvPr id="543" name="">
            <a:extLst>
              <a:ext uri="{FF2B5EF4-FFF2-40B4-BE49-F238E27FC236}">
                <ns2:creationId id="{A10CB721-1A5F-456D-9529-A3A261D10B6C}"/>
              </a:ext>
            </a:extLst>
          </p:cNvPr>
          <p:cNvSpPr>
            <a:spLocks noGrp="1"/>
          </p:cNvSpPr>
          <p:nvPr/>
        </p:nvSpPr>
        <p:spPr>
          <a:xfrm>
            <a:off x="400050" y="4410075"/>
            <a:ext cx="4629150" cy="971550"/>
          </a:xfrm>
          <a:prstGeom prst="roundRect">
            <a:avLst>
              <a:gd name="adj" fmla="val 20588"/>
            </a:avLst>
          </a:prstGeom>
          <a:solidFill>
            <a:srgbClr val="F5F3FF"/>
          </a:solidFill>
          <a:ln w="9525">
            <a:solidFill>
              <a:srgbClr val="F5F3FF"/>
            </a:solidFill>
            <a:prstDash val="solid"/>
          </a:ln>
        </p:spPr>
      </p:sp>
      <p:sp>
        <p:nvSpPr>
          <p:cNvPr id="544" name="">
            <a:extLst>
              <a:ext uri="{FF2B5EF4-FFF2-40B4-BE49-F238E27FC236}">
                <ns2:creationId id="{D8FDAB3C-C93E-4880-9AD5-F83C7593733F}"/>
              </a:ext>
            </a:extLst>
          </p:cNvPr>
          <p:cNvSpPr>
            <a:spLocks noGrp="1"/>
          </p:cNvSpPr>
          <p:nvPr/>
        </p:nvSpPr>
        <p:spPr>
          <a:xfrm>
            <a:off x="628650" y="4600575"/>
            <a:ext cx="514350" cy="457200"/>
          </a:xfrm>
          <a:prstGeom prst="rect">
            <a:avLst/>
          </a:prstGeom>
          <a:noFill/>
          <a:ln w="0">
            <a:noFill/>
            <a:prstDash val="solid"/>
          </a:ln>
        </p:spPr>
        <p:txBody>
          <a:bodyPr wrap="square" lIns="0" tIns="0" rIns="0" bIns="0" anchor="t">
            <a:noAutofit/>
          </a:bodyPr>
          <a:lstStyle>
            <a:defPPr algn="l">
              <a:defRPr sz="2400" b="1">
                <a:solidFill>
                  <a:srgbClr val="7C3AED"/>
                </a:solidFill>
                <a:latin typeface="Segoe UI"/>
                <a:ea typeface="Segoe UI"/>
                <a:cs typeface="Segoe UI"/>
              </a:defRPr>
            </a:defPPr>
          </a:lstStyle>
          <a:p>
            <a:pPr algn="l">
              <a:lnSpc>
                <a:spcPct val="108000"/>
              </a:lnSpc>
              <a:buNone/>
              <a:defRPr sz="2400" b="1">
                <a:solidFill>
                  <a:srgbClr val="7C3AED"/>
                </a:solidFill>
                <a:latin typeface="Segoe UI"/>
                <a:ea typeface="Segoe UI"/>
                <a:cs typeface="Segoe UI"/>
              </a:defRPr>
            </a:pPr>
            <a:r>
              <a:rPr sz="2400" b="1">
                <a:solidFill>
                  <a:srgbClr val="7C3AED"/>
                </a:solidFill>
                <a:latin typeface="Segoe UI"/>
                <a:ea typeface="Segoe UI"/>
                <a:cs typeface="Segoe UI"/>
              </a:rPr>
              <a:t>03</a:t>
            </a:r>
          </a:p>
        </p:txBody>
      </p:sp>
      <p:sp>
        <p:nvSpPr>
          <p:cNvPr id="545" name="">
            <a:extLst>
              <a:ext uri="{FF2B5EF4-FFF2-40B4-BE49-F238E27FC236}">
                <ns2:creationId id="{7DBE92B1-8B29-4C86-A47B-ED2C133F2221}"/>
              </a:ext>
            </a:extLst>
          </p:cNvPr>
          <p:cNvSpPr>
            <a:spLocks noGrp="1"/>
          </p:cNvSpPr>
          <p:nvPr/>
        </p:nvSpPr>
        <p:spPr>
          <a:xfrm>
            <a:off x="1333500" y="4581525"/>
            <a:ext cx="3438525" cy="333375"/>
          </a:xfrm>
          <a:prstGeom prst="rect">
            <a:avLst/>
          </a:prstGeom>
          <a:noFill/>
          <a:ln w="0">
            <a:noFill/>
            <a:prstDash val="solid"/>
          </a:ln>
        </p:spPr>
        <p:txBody>
          <a:bodyPr wrap="square" lIns="0" tIns="0" rIns="0" bIns="0" anchor="t">
            <a:noAutofit/>
          </a:bodyPr>
          <a:lstStyle>
            <a:defPPr algn="l">
              <a:defRPr sz="1800" b="1">
                <a:solidFill>
                  <a:srgbClr val="271443"/>
                </a:solidFill>
                <a:latin typeface="Segoe UI"/>
                <a:ea typeface="Segoe UI"/>
                <a:cs typeface="Segoe UI"/>
              </a:defRPr>
            </a:defPPr>
          </a:lstStyle>
          <a:p>
            <a:pPr algn="l">
              <a:lnSpc>
                <a:spcPct val="108000"/>
              </a:lnSpc>
              <a:buNone/>
              <a:defRPr sz="1800" b="1">
                <a:solidFill>
                  <a:srgbClr val="271443"/>
                </a:solidFill>
                <a:latin typeface="Segoe UI"/>
                <a:ea typeface="Segoe UI"/>
                <a:cs typeface="Segoe UI"/>
              </a:defRPr>
            </a:pPr>
            <a:r>
              <a:rPr sz="1800" b="1">
                <a:solidFill>
                  <a:srgbClr val="271443"/>
                </a:solidFill>
                <a:latin typeface="Segoe UI"/>
                <a:ea typeface="Segoe UI"/>
                <a:cs typeface="Segoe UI"/>
              </a:rPr>
              <a:t>Даму динамикасы</a:t>
            </a:r>
          </a:p>
        </p:txBody>
      </p:sp>
      <p:sp>
        <p:nvSpPr>
          <p:cNvPr id="546" name="">
            <a:extLst>
              <a:ext uri="{FF2B5EF4-FFF2-40B4-BE49-F238E27FC236}">
                <ns2:creationId id="{4414BA94-16FC-4F9D-94FA-CF35F479930E}"/>
              </a:ext>
            </a:extLst>
          </p:cNvPr>
          <p:cNvSpPr>
            <a:spLocks noGrp="1"/>
          </p:cNvSpPr>
          <p:nvPr/>
        </p:nvSpPr>
        <p:spPr>
          <a:xfrm>
            <a:off x="1333500" y="4933950"/>
            <a:ext cx="3381375" cy="323850"/>
          </a:xfrm>
          <a:prstGeom prst="rect">
            <a:avLst/>
          </a:prstGeom>
          <a:noFill/>
          <a:ln w="0">
            <a:noFill/>
            <a:prstDash val="solid"/>
          </a:ln>
        </p:spPr>
        <p:txBody>
          <a:bodyPr wrap="square" lIns="0" tIns="0" rIns="0" bIns="0" anchor="t">
            <a:noAutofit/>
          </a:bodyPr>
          <a:lstStyle>
            <a:defPPr algn="l">
              <a:defRPr sz="1575" b="0">
                <a:solidFill>
                  <a:srgbClr val="796A8D"/>
                </a:solidFill>
                <a:latin typeface="Segoe UI"/>
                <a:ea typeface="Segoe UI"/>
                <a:cs typeface="Segoe UI"/>
              </a:defRPr>
            </a:defPPr>
          </a:lstStyle>
          <a:p>
            <a:pPr algn="l">
              <a:lnSpc>
                <a:spcPct val="108000"/>
              </a:lnSpc>
              <a:buNone/>
              <a:defRPr sz="1575" b="0">
                <a:solidFill>
                  <a:srgbClr val="796A8D"/>
                </a:solidFill>
                <a:latin typeface="Segoe UI"/>
                <a:ea typeface="Segoe UI"/>
                <a:cs typeface="Segoe UI"/>
              </a:defRPr>
            </a:pPr>
            <a:r>
              <a:rPr sz="1575" b="0">
                <a:solidFill>
                  <a:srgbClr val="796A8D"/>
                </a:solidFill>
                <a:latin typeface="Segoe UI"/>
                <a:ea typeface="Segoe UI"/>
                <a:cs typeface="Segoe UI"/>
              </a:rPr>
              <a:t>Даму бағытын бағалау қажет</a:t>
            </a:r>
          </a:p>
        </p:txBody>
      </p:sp>
      <p:sp>
        <p:nvSpPr>
          <p:cNvPr id="547" name="Бағыт">
            <a:extLst>
              <a:ext uri="{FF2B5EF4-FFF2-40B4-BE49-F238E27FC236}">
                <ns2:creationId id="{1137E68D-5546-4A50-9688-E39CABA33DF5}"/>
              </a:ext>
            </a:extLst>
          </p:cNvPr>
          <p:cNvSpPr>
            <a:spLocks noGrp="1"/>
          </p:cNvSpPr>
          <p:nvPr/>
        </p:nvSpPr>
        <p:spPr>
          <a:xfrm>
            <a:off x="5448300" y="3562350"/>
            <a:ext cx="876300" cy="304800"/>
          </a:xfrm>
          <a:prstGeom prst="rightArrow">
            <a:avLst/>
          </a:prstGeom>
          <a:solidFill>
            <a:srgbClr val="7C3AED"/>
          </a:solidFill>
          <a:ln w="0">
            <a:noFill/>
          </a:ln>
        </p:spPr>
      </p:sp>
      <p:sp>
        <p:nvSpPr>
          <p:cNvPr id="548" name="">
            <a:extLst>
              <a:ext uri="{FF2B5EF4-FFF2-40B4-BE49-F238E27FC236}">
                <ns2:creationId id="{D40921AD-F7A7-435F-A38F-06D3C2CDCB59}"/>
              </a:ext>
            </a:extLst>
          </p:cNvPr>
          <p:cNvSpPr>
            <a:spLocks noGrp="1"/>
          </p:cNvSpPr>
          <p:nvPr/>
        </p:nvSpPr>
        <p:spPr>
          <a:xfrm>
            <a:off x="6981825" y="1438275"/>
            <a:ext cx="4810125" cy="333375"/>
          </a:xfrm>
          <a:prstGeom prst="rect">
            <a:avLst/>
          </a:prstGeom>
          <a:noFill/>
          <a:ln w="0">
            <a:noFill/>
            <a:prstDash val="solid"/>
          </a:ln>
        </p:spPr>
        <p:txBody>
          <a:bodyPr wrap="square" lIns="0" tIns="0" rIns="0" bIns="0" anchor="t">
            <a:noAutofit/>
          </a:bodyPr>
          <a:lstStyle>
            <a:defPPr algn="l">
              <a:defRPr sz="1350" b="1">
                <a:solidFill>
                  <a:srgbClr val="7C3AED"/>
                </a:solidFill>
                <a:latin typeface="Segoe UI"/>
                <a:ea typeface="Segoe UI"/>
                <a:cs typeface="Segoe UI"/>
              </a:defRPr>
            </a:defPPr>
          </a:lstStyle>
          <a:p>
            <a:pPr algn="l">
              <a:lnSpc>
                <a:spcPct val="108000"/>
              </a:lnSpc>
              <a:buNone/>
              <a:defRPr sz="1350" b="1">
                <a:solidFill>
                  <a:srgbClr val="7C3AED"/>
                </a:solidFill>
                <a:latin typeface="Segoe UI"/>
                <a:ea typeface="Segoe UI"/>
                <a:cs typeface="Segoe UI"/>
              </a:defRPr>
            </a:pPr>
            <a:r>
              <a:rPr sz="1350" b="1">
                <a:solidFill>
                  <a:srgbClr val="7C3AED"/>
                </a:solidFill>
                <a:latin typeface="Segoe UI"/>
                <a:ea typeface="Segoe UI"/>
                <a:cs typeface="Segoe UI"/>
              </a:rPr>
              <a:t>ШЕШІМ</a:t>
            </a:r>
          </a:p>
        </p:txBody>
      </p:sp>
      <p:sp>
        <p:nvSpPr>
          <p:cNvPr id="549" name="">
            <a:extLst>
              <a:ext uri="{FF2B5EF4-FFF2-40B4-BE49-F238E27FC236}">
                <ns2:creationId id="{4689F310-27F1-415B-95CA-B47CA3CFBD88}"/>
              </a:ext>
            </a:extLst>
          </p:cNvPr>
          <p:cNvSpPr>
            <a:spLocks noGrp="1"/>
          </p:cNvSpPr>
          <p:nvPr/>
        </p:nvSpPr>
        <p:spPr>
          <a:xfrm>
            <a:off x="6981825" y="2028825"/>
            <a:ext cx="4810125" cy="3352800"/>
          </a:xfrm>
          <a:prstGeom prst="roundRect">
            <a:avLst>
              <a:gd name="adj" fmla="val 7955"/>
            </a:avLst>
          </a:prstGeom>
          <a:gradFill>
            <a:gsLst>
              <a:gs pos="0">
                <a:srgbClr val="4C1D95"/>
              </a:gs>
              <a:gs pos="100000">
                <a:srgbClr val="7C3AED"/>
              </a:gs>
            </a:gsLst>
            <a:lin ang="0"/>
          </a:gradFill>
          <a:ln w="9525">
            <a:solidFill>
              <a:srgbClr val="7C3AED"/>
            </a:solidFill>
            <a:prstDash val="solid"/>
          </a:ln>
        </p:spPr>
      </p:sp>
      <p:sp>
        <p:nvSpPr>
          <p:cNvPr id="550" name="">
            <a:extLst>
              <a:ext uri="{FF2B5EF4-FFF2-40B4-BE49-F238E27FC236}">
                <ns2:creationId id="{069CDB18-0A2B-43FE-9794-E5F7EDBBE051}"/>
              </a:ext>
            </a:extLst>
          </p:cNvPr>
          <p:cNvSpPr>
            <a:spLocks noGrp="1"/>
          </p:cNvSpPr>
          <p:nvPr/>
        </p:nvSpPr>
        <p:spPr>
          <a:xfrm>
            <a:off x="7305675" y="2314575"/>
            <a:ext cx="4095750" cy="838200"/>
          </a:xfrm>
          <a:prstGeom prst="rect">
            <a:avLst/>
          </a:prstGeom>
          <a:noFill/>
          <a:ln w="0">
            <a:noFill/>
            <a:prstDash val="solid"/>
          </a:ln>
        </p:spPr>
        <p:txBody>
          <a:bodyPr wrap="square" lIns="0" tIns="0" rIns="0" bIns="0" anchor="t">
            <a:noAutofit/>
          </a:bodyPr>
          <a:lstStyle>
            <a:defPPr algn="l">
              <a:defRPr sz="4725" b="1">
                <a:solidFill>
                  <a:srgbClr val="FFFFFF"/>
                </a:solidFill>
                <a:latin typeface="Segoe UI"/>
                <a:ea typeface="Segoe UI"/>
                <a:cs typeface="Segoe UI"/>
              </a:defRPr>
            </a:defPPr>
          </a:lstStyle>
          <a:p>
            <a:pPr algn="l">
              <a:lnSpc>
                <a:spcPct val="108000"/>
              </a:lnSpc>
              <a:buNone/>
              <a:defRPr sz="4725" b="1">
                <a:solidFill>
                  <a:srgbClr val="FFFFFF"/>
                </a:solidFill>
                <a:latin typeface="Segoe UI"/>
                <a:ea typeface="Segoe UI"/>
                <a:cs typeface="Segoe UI"/>
              </a:defRPr>
            </a:pPr>
            <a:r>
              <a:rPr sz="4725" b="1">
                <a:solidFill>
                  <a:srgbClr val="FFFFFF"/>
                </a:solidFill>
                <a:latin typeface="Segoe UI"/>
                <a:ea typeface="Segoe UI"/>
                <a:cs typeface="Segoe UI"/>
              </a:rPr>
              <a:t>Dáreje</a:t>
            </a:r>
          </a:p>
        </p:txBody>
      </p:sp>
      <p:sp>
        <p:nvSpPr>
          <p:cNvPr id="551" name="">
            <a:extLst>
              <a:ext uri="{FF2B5EF4-FFF2-40B4-BE49-F238E27FC236}">
                <ns2:creationId id="{D3085CA2-774F-48CF-85C1-DD1829ECF6B6}"/>
              </a:ext>
            </a:extLst>
          </p:cNvPr>
          <p:cNvSpPr>
            <a:spLocks noGrp="1"/>
          </p:cNvSpPr>
          <p:nvPr/>
        </p:nvSpPr>
        <p:spPr>
          <a:xfrm>
            <a:off x="7305675" y="3295650"/>
            <a:ext cx="4038600" cy="819150"/>
          </a:xfrm>
          <a:prstGeom prst="rect">
            <a:avLst/>
          </a:prstGeom>
          <a:noFill/>
          <a:ln w="0">
            <a:noFill/>
            <a:prstDash val="solid"/>
          </a:ln>
        </p:spPr>
        <p:txBody>
          <a:bodyPr wrap="square" lIns="0" tIns="0" rIns="0" bIns="0" anchor="t">
            <a:noAutofit/>
          </a:bodyPr>
          <a:lstStyle>
            <a:defPPr algn="l">
              <a:defRPr sz="2325" b="1">
                <a:solidFill>
                  <a:srgbClr val="FFFFFF"/>
                </a:solidFill>
                <a:latin typeface="Segoe UI"/>
                <a:ea typeface="Segoe UI"/>
                <a:cs typeface="Segoe UI"/>
              </a:defRPr>
            </a:defPPr>
          </a:lstStyle>
          <a:p>
            <a:pPr algn="l">
              <a:lnSpc>
                <a:spcPct val="108000"/>
              </a:lnSpc>
              <a:buNone/>
              <a:defRPr sz="2325" b="1">
                <a:solidFill>
                  <a:srgbClr val="FFFFFF"/>
                </a:solidFill>
                <a:latin typeface="Segoe UI"/>
                <a:ea typeface="Segoe UI"/>
                <a:cs typeface="Segoe UI"/>
              </a:defRPr>
            </a:pPr>
            <a:r>
              <a:rPr sz="2325" b="1">
                <a:solidFill>
                  <a:srgbClr val="FFFFFF"/>
                </a:solidFill>
                <a:latin typeface="Segoe UI"/>
                <a:ea typeface="Segoe UI"/>
                <a:cs typeface="Segoe UI"/>
              </a:rPr>
              <a:t>Жетістіктерді бір жерде</a:t>
            </a:r>
          </a:p>
          <a:p>
            <a:pPr algn="l">
              <a:lnSpc>
                <a:spcPct val="108000"/>
              </a:lnSpc>
              <a:buNone/>
              <a:defRPr sz="2325" b="1">
                <a:solidFill>
                  <a:srgbClr val="FFFFFF"/>
                </a:solidFill>
                <a:latin typeface="Segoe UI"/>
                <a:ea typeface="Segoe UI"/>
                <a:cs typeface="Segoe UI"/>
              </a:defRPr>
            </a:pPr>
            <a:r>
              <a:rPr sz="2325" b="1">
                <a:solidFill>
                  <a:srgbClr val="FFFFFF"/>
                </a:solidFill>
                <a:latin typeface="Segoe UI"/>
                <a:ea typeface="Segoe UI"/>
                <a:cs typeface="Segoe UI"/>
              </a:rPr>
              <a:t>тіркеу және сақтау</a:t>
            </a:r>
          </a:p>
        </p:txBody>
      </p:sp>
      <p:sp>
        <p:nvSpPr>
          <p:cNvPr id="552" name="">
            <a:extLst>
              <a:ext uri="{FF2B5EF4-FFF2-40B4-BE49-F238E27FC236}">
                <ns2:creationId id="{E6091604-B02C-4B08-A51D-AE0EE846E728}"/>
              </a:ext>
            </a:extLst>
          </p:cNvPr>
          <p:cNvSpPr>
            <a:spLocks noGrp="1"/>
          </p:cNvSpPr>
          <p:nvPr/>
        </p:nvSpPr>
        <p:spPr>
          <a:xfrm>
            <a:off x="7305675" y="4333875"/>
            <a:ext cx="3971925" cy="695325"/>
          </a:xfrm>
          <a:prstGeom prst="rect">
            <a:avLst/>
          </a:prstGeom>
          <a:noFill/>
          <a:ln w="0">
            <a:noFill/>
            <a:prstDash val="solid"/>
          </a:ln>
        </p:spPr>
        <p:txBody>
          <a:bodyPr wrap="square" lIns="0" tIns="0" rIns="0" bIns="0" anchor="t">
            <a:noAutofit/>
          </a:bodyPr>
          <a:lstStyle>
            <a:defPPr algn="l">
              <a:defRPr sz="1800" b="0">
                <a:solidFill>
                  <a:srgbClr val="EFE7FF"/>
                </a:solidFill>
                <a:latin typeface="Segoe UI"/>
                <a:ea typeface="Segoe UI"/>
                <a:cs typeface="Segoe UI"/>
              </a:defRPr>
            </a:defPPr>
          </a:lstStyle>
          <a:p>
            <a:pPr algn="l">
              <a:lnSpc>
                <a:spcPct val="108000"/>
              </a:lnSpc>
              <a:buNone/>
              <a:defRPr sz="1800" b="0">
                <a:solidFill>
                  <a:srgbClr val="EFE7FF"/>
                </a:solidFill>
                <a:latin typeface="Segoe UI"/>
                <a:ea typeface="Segoe UI"/>
                <a:cs typeface="Segoe UI"/>
              </a:defRPr>
            </a:pPr>
            <a:r>
              <a:rPr sz="1800" b="0">
                <a:solidFill>
                  <a:srgbClr val="EFE7FF"/>
                </a:solidFill>
                <a:latin typeface="Segoe UI"/>
                <a:ea typeface="Segoe UI"/>
                <a:cs typeface="Segoe UI"/>
              </a:rPr>
              <a:t>Жеке көрсеткіштерді бақылау</a:t>
            </a:r>
          </a:p>
          <a:p>
            <a:pPr algn="l">
              <a:lnSpc>
                <a:spcPct val="108000"/>
              </a:lnSpc>
              <a:buNone/>
              <a:defRPr sz="1800" b="0">
                <a:solidFill>
                  <a:srgbClr val="EFE7FF"/>
                </a:solidFill>
                <a:latin typeface="Segoe UI"/>
                <a:ea typeface="Segoe UI"/>
                <a:cs typeface="Segoe UI"/>
              </a:defRPr>
            </a:pPr>
            <a:r>
              <a:rPr sz="1800" b="0">
                <a:solidFill>
                  <a:srgbClr val="EFE7FF"/>
                </a:solidFill>
                <a:latin typeface="Segoe UI"/>
                <a:ea typeface="Segoe UI"/>
                <a:cs typeface="Segoe UI"/>
              </a:rPr>
              <a:t>және даму нәтижелерін талдау</a:t>
            </a:r>
          </a:p>
        </p:txBody>
      </p:sp>
    </p:spTree>
    <p:extLst>
      <p:ext uri="{BB962C8B-B14F-4D97-AF65-F5344CB8AC3E}">
        <ns3:creationId val="193305710"/>
      </p:ext>
    </p:extLst>
  </p:cSld>
  <p:transition spd="slow" advClick="1">
    <p:fade/>
  </p:transition>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557" name="Google Shape;557;p61">
            <a:extLst>
              <a:ext uri="{FF2B5EF4-FFF2-40B4-BE49-F238E27FC236}">
                <ns2:creationId id="{252743B9-4592-4663-CAD2-40CC23D409B0}"/>
              </a:ext>
            </a:extLst>
          </p:cNvPr>
          <p:cNvSpPr>
            <a:spLocks noGrp="1"/>
          </p:cNvSpPr>
          <p:nvPr>
            <p:ph type="title" idx="0"/>
          </p:nvPr>
        </p:nvSpPr>
        <p:spPr>
          <a:xfrm>
            <a:off x="393668" y="344043"/>
            <a:ext cx="11404568" cy="790575"/>
          </a:xfrm>
          <a:prstGeom prst="rect">
            <a:avLst/>
          </a:prstGeom>
        </p:spPr>
        <p:txBody>
          <a:bodyPr spcFirstLastPara="1" vert="horz" wrap="square" lIns="0" tIns="0" rIns="0" bIns="0" anchor="t">
            <a:noAutofit/>
          </a:bodyPr>
          <a:lstStyle>
            <a:defPPr algn="l">
              <a:defRPr sz="3300" b="1">
                <a:solidFill>
                  <a:srgbClr val="271443"/>
                </a:solidFill>
                <a:latin typeface="Segoe UI"/>
                <a:ea typeface="Segoe UI"/>
                <a:cs typeface="Segoe UI"/>
              </a:defRPr>
            </a:defPPr>
          </a:lstStyle>
          <a:p>
            <a:pPr algn="l">
              <a:lnSpc>
                <a:spcPct val="108000"/>
              </a:lnSpc>
              <a:buNone/>
              <a:defRPr sz="3300" b="1">
                <a:solidFill>
                  <a:srgbClr val="271443"/>
                </a:solidFill>
                <a:latin typeface="Segoe UI"/>
                <a:ea typeface="Segoe UI"/>
                <a:cs typeface="Segoe UI"/>
              </a:defRPr>
            </a:pPr>
            <a:r>
              <a:rPr sz="3300" b="1">
                <a:solidFill>
                  <a:srgbClr val="271443"/>
                </a:solidFill>
                <a:latin typeface="Segoe UI"/>
                <a:ea typeface="Segoe UI"/>
                <a:cs typeface="Segoe UI"/>
              </a:rPr>
              <a:t>Жобаның мақсаты мен міндеттері</a:t>
            </a:r>
            <a:endParaRPr/>
          </a:p>
        </p:txBody>
      </p:sp>
      <p:sp>
        <p:nvSpPr>
          <p:cNvPr id="19" name="Footer Placeholder 18">
            <a:extLst>
              <a:ext uri="{FF2B5EF4-FFF2-40B4-BE49-F238E27FC236}">
                <ns2:creationId id="{A7C685AE-794E-F9C0-C7B3-7E956842DD9D}"/>
              </a:ext>
            </a:extLst>
          </p:cNvPr>
          <p:cNvSpPr>
            <a:spLocks noGrp="1"/>
          </p:cNvSpPr>
          <p:nvPr>
            <p:ph type="ftr" idx="3"/>
          </p:nvPr>
        </p:nvSpPr>
        <p:spPr>
          <a:xfrm>
            <a:off x="393668" y="6279928"/>
            <a:ext cx="3568732" cy="241268"/>
          </a:xfrm>
        </p:spPr>
        <p:txBody>
          <a:bodyPr wrap="square" lIns="0" tIns="0" rIns="0" bIns="0" anchor="t">
            <a:noAutofit/>
          </a:bodyPr>
          <a:lstStyle>
            <a:defPPr algn="l">
              <a:defRPr sz="1125" b="0">
                <a:solidFill>
                  <a:srgbClr val="796A8D"/>
                </a:solidFill>
                <a:latin typeface="Segoe UI"/>
                <a:ea typeface="Segoe UI"/>
                <a:cs typeface="Segoe UI"/>
              </a:defRPr>
            </a:defPPr>
          </a:lstStyle>
          <a:p>
            <a:pPr algn="l">
              <a:lnSpc>
                <a:spcPct val="108000"/>
              </a:lnSpc>
              <a:buNone/>
              <a:defRPr sz="1125" b="0">
                <a:solidFill>
                  <a:srgbClr val="796A8D"/>
                </a:solidFill>
                <a:latin typeface="Segoe UI"/>
                <a:ea typeface="Segoe UI"/>
                <a:cs typeface="Segoe UI"/>
              </a:defRPr>
            </a:pPr>
            <a:r>
              <a:rPr sz="1125" b="0">
                <a:solidFill>
                  <a:srgbClr val="796A8D"/>
                </a:solidFill>
                <a:latin typeface="Segoe UI"/>
                <a:ea typeface="Segoe UI"/>
                <a:cs typeface="Segoe UI"/>
              </a:rPr>
              <a:t>Dáreje</a:t>
            </a:r>
            <a:endParaRPr sz="1100"/>
          </a:p>
        </p:txBody>
      </p:sp>
      <p:sp>
        <p:nvSpPr>
          <p:cNvPr id="7" name="Slide Number Placeholder 6">
            <a:extLst>
              <a:ext uri="{FF2B5EF4-FFF2-40B4-BE49-F238E27FC236}">
                <ns2:creationId id="{9892F439-FAFA-E9E4-AA65-F7A04500A779}"/>
              </a:ext>
            </a:extLst>
          </p:cNvPr>
          <p:cNvSpPr>
            <a:spLocks noGrp="1"/>
          </p:cNvSpPr>
          <p:nvPr>
            <p:ph type="sldNum" idx="4"/>
          </p:nvPr>
        </p:nvSpPr>
        <p:spPr>
          <a:xfrm>
            <a:off x="11279315" y="6279261"/>
            <a:ext cx="518922" cy="241268"/>
          </a:xfrm>
        </p:spPr>
        <p:txBody>
          <a:bodyPr wrap="square" lIns="0" tIns="0" rIns="0" bIns="0" anchor="t">
            <a:noAutofit/>
          </a:bodyPr>
          <a:lstStyle>
            <a:defPPr algn="r">
              <a:defRPr sz="1125" b="0">
                <a:solidFill>
                  <a:srgbClr val="796A8D"/>
                </a:solidFill>
                <a:latin typeface="Segoe UI"/>
                <a:ea typeface="Segoe UI"/>
                <a:cs typeface="Segoe UI"/>
              </a:defRPr>
            </a:defPPr>
          </a:lstStyle>
          <a:p>
            <a:pPr algn="r">
              <a:lnSpc>
                <a:spcPct val="108000"/>
              </a:lnSpc>
              <a:buNone/>
              <a:defRPr sz="1125" b="0">
                <a:solidFill>
                  <a:srgbClr val="796A8D"/>
                </a:solidFill>
                <a:latin typeface="Segoe UI"/>
                <a:ea typeface="Segoe UI"/>
                <a:cs typeface="Segoe UI"/>
              </a:defRPr>
            </a:pPr>
            <a:fld id="{0BADEEDC-EEE1-8597-0639-A35D9BA153EC}" type="slidenum">
              <a:rPr sz="1125" b="0">
                <a:solidFill>
                  <a:srgbClr val="796A8D"/>
                </a:solidFill>
                <a:latin typeface="Segoe UI"/>
                <a:ea typeface="Segoe UI"/>
                <a:cs typeface="Segoe UI"/>
              </a:rPr>
              <a:t>03</a:t>
            </a:fld>
            <a:endParaRPr sz="1100"/>
          </a:p>
        </p:txBody>
      </p:sp>
      <p:sp>
        <p:nvSpPr>
          <p:cNvPr id="558" name="">
            <a:extLst>
              <a:ext uri="{FF2B5EF4-FFF2-40B4-BE49-F238E27FC236}">
                <ns2:creationId id="{883C7E68-5415-4B00-9E51-BBF536D2C429}"/>
              </a:ext>
            </a:extLst>
          </p:cNvPr>
          <p:cNvSpPr>
            <a:spLocks noGrp="1"/>
          </p:cNvSpPr>
          <p:nvPr/>
        </p:nvSpPr>
        <p:spPr>
          <a:xfrm>
            <a:off x="3952875" y="2286000"/>
            <a:ext cx="4286250" cy="2114550"/>
          </a:xfrm>
          <a:prstGeom prst="roundRect">
            <a:avLst>
              <a:gd name="adj" fmla="val 12613"/>
            </a:avLst>
          </a:prstGeom>
          <a:gradFill>
            <a:gsLst>
              <a:gs pos="0">
                <a:srgbClr val="4C1D95"/>
              </a:gs>
              <a:gs pos="100000">
                <a:srgbClr val="7C3AED"/>
              </a:gs>
            </a:gsLst>
            <a:lin ang="0"/>
          </a:gradFill>
          <a:ln w="9525">
            <a:solidFill>
              <a:srgbClr val="7C3AED"/>
            </a:solidFill>
            <a:prstDash val="solid"/>
          </a:ln>
        </p:spPr>
        <p:style>
          <a:lnRef idx="0"/>
          <a:fillRef idx="0"/>
          <a:effectRef idx="4"/>
          <a:fontRef idx="major"/>
        </p:style>
      </p:sp>
      <p:sp>
        <p:nvSpPr>
          <p:cNvPr id="559" name="">
            <a:extLst>
              <a:ext uri="{FF2B5EF4-FFF2-40B4-BE49-F238E27FC236}">
                <ns2:creationId id="{3BA95777-AFA0-4C01-8FAE-198DEECC8A08}"/>
              </a:ext>
            </a:extLst>
          </p:cNvPr>
          <p:cNvSpPr>
            <a:spLocks noGrp="1"/>
          </p:cNvSpPr>
          <p:nvPr/>
        </p:nvSpPr>
        <p:spPr>
          <a:xfrm>
            <a:off x="4181475" y="2505075"/>
            <a:ext cx="3829050" cy="285750"/>
          </a:xfrm>
          <a:prstGeom prst="rect">
            <a:avLst/>
          </a:prstGeom>
          <a:noFill/>
          <a:ln w="0">
            <a:noFill/>
            <a:prstDash val="solid"/>
          </a:ln>
        </p:spPr>
        <p:txBody>
          <a:bodyPr wrap="square" lIns="0" tIns="0" rIns="0" bIns="0" anchor="t">
            <a:noAutofit/>
          </a:bodyPr>
          <a:lstStyle>
            <a:defPPr algn="ctr">
              <a:defRPr sz="1275" b="1">
                <a:solidFill>
                  <a:srgbClr val="E4D7FF"/>
                </a:solidFill>
                <a:latin typeface="Segoe UI"/>
                <a:ea typeface="Segoe UI"/>
                <a:cs typeface="Segoe UI"/>
              </a:defRPr>
            </a:defPPr>
          </a:lstStyle>
          <a:p>
            <a:pPr algn="ctr">
              <a:lnSpc>
                <a:spcPct val="108000"/>
              </a:lnSpc>
              <a:buNone/>
              <a:defRPr sz="1275" b="1">
                <a:solidFill>
                  <a:srgbClr val="E4D7FF"/>
                </a:solidFill>
                <a:latin typeface="Segoe UI"/>
                <a:ea typeface="Segoe UI"/>
                <a:cs typeface="Segoe UI"/>
              </a:defRPr>
            </a:pPr>
            <a:r>
              <a:rPr sz="1275" b="1">
                <a:solidFill>
                  <a:srgbClr val="E4D7FF"/>
                </a:solidFill>
                <a:latin typeface="Segoe UI"/>
                <a:ea typeface="Segoe UI"/>
                <a:cs typeface="Segoe UI"/>
              </a:rPr>
              <a:t>МАҚСАТ</a:t>
            </a:r>
          </a:p>
        </p:txBody>
      </p:sp>
      <p:sp>
        <p:nvSpPr>
          <p:cNvPr id="560" name="">
            <a:extLst>
              <a:ext uri="{FF2B5EF4-FFF2-40B4-BE49-F238E27FC236}">
                <ns2:creationId id="{C23D0A6A-486E-4826-A41D-F784DEEFCF3A}"/>
              </a:ext>
            </a:extLst>
          </p:cNvPr>
          <p:cNvSpPr>
            <a:spLocks noGrp="1"/>
          </p:cNvSpPr>
          <p:nvPr/>
        </p:nvSpPr>
        <p:spPr>
          <a:xfrm>
            <a:off x="4114800" y="2924175"/>
            <a:ext cx="3962400" cy="1285875"/>
          </a:xfrm>
          <a:prstGeom prst="rect">
            <a:avLst/>
          </a:prstGeom>
          <a:noFill/>
          <a:ln w="0">
            <a:noFill/>
            <a:prstDash val="solid"/>
          </a:ln>
        </p:spPr>
        <p:txBody>
          <a:bodyPr wrap="square" lIns="0" tIns="0" rIns="0" bIns="0" anchor="t">
            <a:noAutofit/>
          </a:bodyPr>
          <a:lstStyle>
            <a:defPPr algn="ctr">
              <a:defRPr sz="2025" b="1">
                <a:solidFill>
                  <a:srgbClr val="FFFFFF"/>
                </a:solidFill>
                <a:latin typeface="Segoe UI"/>
                <a:ea typeface="Segoe UI"/>
                <a:cs typeface="Segoe UI"/>
              </a:defRPr>
            </a:defPPr>
          </a:lstStyle>
          <a:p>
            <a:pPr algn="ctr">
              <a:lnSpc>
                <a:spcPct val="108000"/>
              </a:lnSpc>
              <a:buNone/>
              <a:defRPr sz="2025" b="1">
                <a:solidFill>
                  <a:srgbClr val="FFFFFF"/>
                </a:solidFill>
                <a:latin typeface="Segoe UI"/>
                <a:ea typeface="Segoe UI"/>
                <a:cs typeface="Segoe UI"/>
              </a:defRPr>
            </a:pPr>
            <a:r>
              <a:rPr sz="2025" b="1">
                <a:solidFill>
                  <a:srgbClr val="FFFFFF"/>
                </a:solidFill>
                <a:latin typeface="Segoe UI"/>
                <a:ea typeface="Segoe UI"/>
                <a:cs typeface="Segoe UI"/>
              </a:rPr>
              <a:t>Жетістіктерді есепке алатын</a:t>
            </a:r>
          </a:p>
          <a:p>
            <a:pPr algn="ctr">
              <a:lnSpc>
                <a:spcPct val="108000"/>
              </a:lnSpc>
              <a:buNone/>
              <a:defRPr sz="2025" b="1">
                <a:solidFill>
                  <a:srgbClr val="FFFFFF"/>
                </a:solidFill>
                <a:latin typeface="Segoe UI"/>
                <a:ea typeface="Segoe UI"/>
                <a:cs typeface="Segoe UI"/>
              </a:defRPr>
            </a:pPr>
            <a:r>
              <a:rPr sz="2025" b="1">
                <a:solidFill>
                  <a:srgbClr val="FFFFFF"/>
                </a:solidFill>
                <a:latin typeface="Segoe UI"/>
                <a:ea typeface="Segoe UI"/>
                <a:cs typeface="Segoe UI"/>
              </a:rPr>
              <a:t>және рейтинг қалыптастыратын</a:t>
            </a:r>
          </a:p>
          <a:p>
            <a:pPr algn="ctr">
              <a:lnSpc>
                <a:spcPct val="108000"/>
              </a:lnSpc>
              <a:buNone/>
              <a:defRPr sz="2025" b="1">
                <a:solidFill>
                  <a:srgbClr val="FFFFFF"/>
                </a:solidFill>
                <a:latin typeface="Segoe UI"/>
                <a:ea typeface="Segoe UI"/>
                <a:cs typeface="Segoe UI"/>
              </a:defRPr>
            </a:pPr>
            <a:r>
              <a:rPr sz="2025" b="1">
                <a:solidFill>
                  <a:srgbClr val="FFFFFF"/>
                </a:solidFill>
                <a:latin typeface="Segoe UI"/>
                <a:ea typeface="Segoe UI"/>
                <a:cs typeface="Segoe UI"/>
              </a:rPr>
              <a:t>мобильді қосымша әзірлеу</a:t>
            </a:r>
          </a:p>
        </p:txBody>
      </p:sp>
      <p:sp>
        <p:nvSpPr>
          <p:cNvPr id="561" name="">
            <a:extLst>
              <a:ext uri="{FF2B5EF4-FFF2-40B4-BE49-F238E27FC236}">
                <ns2:creationId id="{FFA7FA23-B0E8-4A05-98E0-E514F70F1EC6}"/>
              </a:ext>
            </a:extLst>
          </p:cNvPr>
          <p:cNvSpPr>
            <a:spLocks noGrp="1"/>
          </p:cNvSpPr>
          <p:nvPr/>
        </p:nvSpPr>
        <p:spPr>
          <a:xfrm>
            <a:off x="400050" y="1628775"/>
            <a:ext cx="3105150" cy="1181100"/>
          </a:xfrm>
          <a:prstGeom prst="roundRect">
            <a:avLst>
              <a:gd name="adj" fmla="val 18548"/>
            </a:avLst>
          </a:prstGeom>
          <a:solidFill>
            <a:srgbClr val="F5F3FF"/>
          </a:solidFill>
          <a:ln w="9525">
            <a:solidFill>
              <a:srgbClr val="F5F3FF"/>
            </a:solidFill>
            <a:prstDash val="solid"/>
          </a:ln>
        </p:spPr>
      </p:sp>
      <p:sp>
        <p:nvSpPr>
          <p:cNvPr id="5" name="Google Shape;561;p61">
            <a:extLst>
              <a:ext uri="{FF2B5EF4-FFF2-40B4-BE49-F238E27FC236}">
                <ns2:creationId id="{43830694-5B70-1E3A-562E-A57DE1DE0273}"/>
              </a:ext>
            </a:extLst>
          </p:cNvPr>
          <p:cNvSpPr>
            <a:spLocks noGrp="1"/>
          </p:cNvSpPr>
          <p:nvPr/>
        </p:nvSpPr>
        <p:spPr>
          <a:xfrm>
            <a:off x="619125" y="1866900"/>
            <a:ext cx="371475" cy="371475"/>
          </a:xfrm>
          <a:custGeom>
            <a:rect l="l" t="t" r="r" b="b"/>
            <a:pathLst>
              <a:path w="20236" h="20115">
                <a:moveTo>
                  <a:pt x="11303" y="2594"/>
                </a:moveTo>
                <a:lnTo>
                  <a:pt x="2175" y="11983"/>
                </a:lnTo>
                <a:lnTo>
                  <a:pt x="9033" y="11983"/>
                </a:lnTo>
                <a:cubicBezTo>
                  <a:pt x="9364" y="11983"/>
                  <a:pt x="9678" y="12118"/>
                  <a:pt x="9883" y="12348"/>
                </a:cubicBezTo>
                <a:cubicBezTo>
                  <a:pt x="10089" y="12579"/>
                  <a:pt x="10165" y="12880"/>
                  <a:pt x="10089" y="13166"/>
                </a:cubicBezTo>
                <a:lnTo>
                  <a:pt x="8933" y="17522"/>
                </a:lnTo>
                <a:lnTo>
                  <a:pt x="18061" y="8133"/>
                </a:lnTo>
                <a:lnTo>
                  <a:pt x="11203" y="8133"/>
                </a:lnTo>
                <a:cubicBezTo>
                  <a:pt x="10872" y="8133"/>
                  <a:pt x="10558" y="7999"/>
                  <a:pt x="10353" y="7768"/>
                </a:cubicBezTo>
                <a:cubicBezTo>
                  <a:pt x="10147" y="7537"/>
                  <a:pt x="10071" y="7236"/>
                  <a:pt x="10147" y="6950"/>
                </a:cubicBezTo>
                <a:lnTo>
                  <a:pt x="11303" y="2594"/>
                </a:lnTo>
                <a:close/>
                <a:moveTo>
                  <a:pt x="10382" y="593"/>
                </a:moveTo>
                <a:cubicBezTo>
                  <a:pt x="11679" y="-742"/>
                  <a:pt x="14125" y="363"/>
                  <a:pt x="13670" y="2078"/>
                </a:cubicBezTo>
                <a:lnTo>
                  <a:pt x="12574" y="6208"/>
                </a:lnTo>
                <a:lnTo>
                  <a:pt x="18061" y="6208"/>
                </a:lnTo>
                <a:cubicBezTo>
                  <a:pt x="19918" y="6208"/>
                  <a:pt x="20918" y="8142"/>
                  <a:pt x="19705" y="9390"/>
                </a:cubicBezTo>
                <a:lnTo>
                  <a:pt x="9854" y="19523"/>
                </a:lnTo>
                <a:cubicBezTo>
                  <a:pt x="8557" y="20858"/>
                  <a:pt x="6111" y="19753"/>
                  <a:pt x="6566" y="18038"/>
                </a:cubicBezTo>
                <a:lnTo>
                  <a:pt x="7662" y="13908"/>
                </a:lnTo>
                <a:lnTo>
                  <a:pt x="2175" y="13908"/>
                </a:lnTo>
                <a:cubicBezTo>
                  <a:pt x="318" y="13908"/>
                  <a:pt x="-682" y="11974"/>
                  <a:pt x="531" y="10726"/>
                </a:cubicBezTo>
                <a:lnTo>
                  <a:pt x="10382" y="593"/>
                </a:lnTo>
                <a:close/>
              </a:path>
            </a:pathLst>
          </a:custGeom>
          <a:solidFill>
            <a:srgbClr val="7C3AED"/>
          </a:solidFill>
          <a:ln w="0">
            <a:noFill/>
          </a:ln>
        </p:spPr>
        <p:txBody>
          <a:bodyPr spcFirstLastPara="1" wrap="square" lIns="67725" tIns="67725" rIns="67725" bIns="67725" anchor="ctr">
            <a:noAutofit/>
          </a:bodyPr>
          <a:lstStyle/>
          <a:p>
            <a:pPr algn="ctr">
              <a:buClr>
                <a:srgbClr val="FFFFFF"/>
              </a:buClr>
              <a:buSzPts val="4300"/>
              <a:buNone/>
            </a:pPr>
            <a:endParaRPr sz="4300">
              <a:solidFill>
                <a:srgbClr val="FFFFFF"/>
              </a:solidFill>
              <a:latin typeface="Segoe UI"/>
              <a:ea typeface="Segoe UI"/>
              <a:cs typeface="Segoe UI"/>
            </a:endParaRPr>
          </a:p>
        </p:txBody>
      </p:sp>
      <p:sp>
        <p:nvSpPr>
          <p:cNvPr id="562" name="">
            <a:extLst>
              <a:ext uri="{FF2B5EF4-FFF2-40B4-BE49-F238E27FC236}">
                <ns2:creationId id="{9DAED2FC-0C4A-44B3-9C72-964E991D9C6E}"/>
              </a:ext>
            </a:extLst>
          </p:cNvPr>
          <p:cNvSpPr>
            <a:spLocks noGrp="1"/>
          </p:cNvSpPr>
          <p:nvPr/>
        </p:nvSpPr>
        <p:spPr>
          <a:xfrm>
            <a:off x="1181100" y="1885950"/>
            <a:ext cx="2181225" cy="723900"/>
          </a:xfrm>
          <a:prstGeom prst="rect">
            <a:avLst/>
          </a:prstGeom>
          <a:noFill/>
          <a:ln w="0">
            <a:noFill/>
            <a:prstDash val="solid"/>
          </a:ln>
        </p:spPr>
        <p:txBody>
          <a:bodyPr wrap="square" lIns="0" tIns="0" rIns="0" bIns="0" anchor="t">
            <a:noAutofit/>
          </a:bodyPr>
          <a:lstStyle>
            <a:defPPr algn="l">
              <a:defRPr sz="1650" b="1">
                <a:solidFill>
                  <a:srgbClr val="4C1D95"/>
                </a:solidFill>
                <a:latin typeface="Segoe UI"/>
                <a:ea typeface="Segoe UI"/>
                <a:cs typeface="Segoe UI"/>
              </a:defRPr>
            </a:defPPr>
          </a:lstStyle>
          <a:p>
            <a:pPr algn="l">
              <a:lnSpc>
                <a:spcPct val="108000"/>
              </a:lnSpc>
              <a:buNone/>
              <a:defRPr sz="1650" b="1">
                <a:solidFill>
                  <a:srgbClr val="4C1D95"/>
                </a:solidFill>
                <a:latin typeface="Segoe UI"/>
                <a:ea typeface="Segoe UI"/>
                <a:cs typeface="Segoe UI"/>
              </a:defRPr>
            </a:pPr>
            <a:r>
              <a:rPr sz="1650" b="1">
                <a:solidFill>
                  <a:srgbClr val="4C1D95"/>
                </a:solidFill>
                <a:latin typeface="Segoe UI"/>
                <a:ea typeface="Segoe UI"/>
                <a:cs typeface="Segoe UI"/>
              </a:rPr>
              <a:t>Мобильді интерфейсті</a:t>
            </a:r>
          </a:p>
          <a:p>
            <a:pPr algn="l">
              <a:lnSpc>
                <a:spcPct val="108000"/>
              </a:lnSpc>
              <a:buNone/>
              <a:defRPr sz="1650" b="1">
                <a:solidFill>
                  <a:srgbClr val="4C1D95"/>
                </a:solidFill>
                <a:latin typeface="Segoe UI"/>
                <a:ea typeface="Segoe UI"/>
                <a:cs typeface="Segoe UI"/>
              </a:defRPr>
            </a:pPr>
            <a:r>
              <a:rPr sz="1650" b="1">
                <a:solidFill>
                  <a:srgbClr val="4C1D95"/>
                </a:solidFill>
                <a:latin typeface="Segoe UI"/>
                <a:ea typeface="Segoe UI"/>
                <a:cs typeface="Segoe UI"/>
              </a:rPr>
              <a:t>жобалау</a:t>
            </a:r>
          </a:p>
        </p:txBody>
      </p:sp>
      <p:sp>
        <p:nvSpPr>
          <p:cNvPr id="563" name="">
            <a:extLst>
              <a:ext uri="{FF2B5EF4-FFF2-40B4-BE49-F238E27FC236}">
                <ns2:creationId id="{66D86942-8438-4686-A8B3-C210ED4521C7}"/>
              </a:ext>
            </a:extLst>
          </p:cNvPr>
          <p:cNvSpPr>
            <a:spLocks noGrp="1"/>
          </p:cNvSpPr>
          <p:nvPr/>
        </p:nvSpPr>
        <p:spPr>
          <a:xfrm>
            <a:off x="8696325" y="1628775"/>
            <a:ext cx="3105150" cy="1181100"/>
          </a:xfrm>
          <a:prstGeom prst="roundRect">
            <a:avLst>
              <a:gd name="adj" fmla="val 18548"/>
            </a:avLst>
          </a:prstGeom>
          <a:solidFill>
            <a:srgbClr val="F5F3FF"/>
          </a:solidFill>
          <a:ln w="9525">
            <a:solidFill>
              <a:srgbClr val="F5F3FF"/>
            </a:solidFill>
            <a:prstDash val="solid"/>
          </a:ln>
        </p:spPr>
      </p:sp>
      <p:sp>
        <p:nvSpPr>
          <p:cNvPr id="6" name="Google Shape;562;p61">
            <a:extLst>
              <a:ext uri="{FF2B5EF4-FFF2-40B4-BE49-F238E27FC236}">
                <ns2:creationId id="{7C8ADA23-5610-C31E-B048-A0886EDC2B08}"/>
              </a:ext>
            </a:extLst>
          </p:cNvPr>
          <p:cNvSpPr>
            <a:spLocks noGrp="1"/>
          </p:cNvSpPr>
          <p:nvPr/>
        </p:nvSpPr>
        <p:spPr>
          <a:xfrm>
            <a:off x="8915400" y="1866900"/>
            <a:ext cx="371475" cy="371475"/>
          </a:xfrm>
          <a:custGeom>
            <a:rect l="l" t="t" r="r" b="b"/>
            <a:pathLst>
              <a:path w="21600" h="21333">
                <a:moveTo>
                  <a:pt x="11359" y="2130"/>
                </a:moveTo>
                <a:cubicBezTo>
                  <a:pt x="11014" y="1951"/>
                  <a:pt x="10588" y="1951"/>
                  <a:pt x="10241" y="2130"/>
                </a:cubicBezTo>
                <a:lnTo>
                  <a:pt x="3250" y="5732"/>
                </a:lnTo>
                <a:lnTo>
                  <a:pt x="10817" y="9530"/>
                </a:lnTo>
                <a:lnTo>
                  <a:pt x="18593" y="5856"/>
                </a:lnTo>
                <a:lnTo>
                  <a:pt x="11359" y="2130"/>
                </a:lnTo>
                <a:close/>
                <a:moveTo>
                  <a:pt x="19364" y="7749"/>
                </a:moveTo>
                <a:lnTo>
                  <a:pt x="11918" y="11267"/>
                </a:lnTo>
                <a:lnTo>
                  <a:pt x="11918" y="18916"/>
                </a:lnTo>
                <a:lnTo>
                  <a:pt x="18805" y="15367"/>
                </a:lnTo>
                <a:cubicBezTo>
                  <a:pt x="19152" y="15189"/>
                  <a:pt x="19364" y="14860"/>
                  <a:pt x="19364" y="14503"/>
                </a:cubicBezTo>
                <a:lnTo>
                  <a:pt x="19364" y="7749"/>
                </a:lnTo>
                <a:close/>
                <a:moveTo>
                  <a:pt x="9682" y="18916"/>
                </a:moveTo>
                <a:lnTo>
                  <a:pt x="9682" y="11250"/>
                </a:lnTo>
                <a:lnTo>
                  <a:pt x="2236" y="7513"/>
                </a:lnTo>
                <a:lnTo>
                  <a:pt x="2236" y="14503"/>
                </a:lnTo>
                <a:cubicBezTo>
                  <a:pt x="2236" y="14860"/>
                  <a:pt x="2448" y="15189"/>
                  <a:pt x="2795" y="15367"/>
                </a:cubicBezTo>
                <a:lnTo>
                  <a:pt x="9682" y="18916"/>
                </a:lnTo>
                <a:close/>
                <a:moveTo>
                  <a:pt x="9123" y="401"/>
                </a:moveTo>
                <a:cubicBezTo>
                  <a:pt x="10160" y="-133"/>
                  <a:pt x="11440" y="-133"/>
                  <a:pt x="12477" y="401"/>
                </a:cubicBezTo>
                <a:lnTo>
                  <a:pt x="19923" y="4238"/>
                </a:lnTo>
                <a:cubicBezTo>
                  <a:pt x="20962" y="4773"/>
                  <a:pt x="21600" y="5761"/>
                  <a:pt x="21600" y="6830"/>
                </a:cubicBezTo>
                <a:lnTo>
                  <a:pt x="21600" y="14503"/>
                </a:lnTo>
                <a:cubicBezTo>
                  <a:pt x="21600" y="15572"/>
                  <a:pt x="20962" y="16561"/>
                  <a:pt x="19923" y="17096"/>
                </a:cubicBezTo>
                <a:lnTo>
                  <a:pt x="12477" y="20932"/>
                </a:lnTo>
                <a:cubicBezTo>
                  <a:pt x="11440" y="21467"/>
                  <a:pt x="10160" y="21467"/>
                  <a:pt x="9123" y="20932"/>
                </a:cubicBezTo>
                <a:lnTo>
                  <a:pt x="1677" y="17096"/>
                </a:lnTo>
                <a:cubicBezTo>
                  <a:pt x="640" y="16561"/>
                  <a:pt x="0" y="15572"/>
                  <a:pt x="0" y="14503"/>
                </a:cubicBezTo>
                <a:lnTo>
                  <a:pt x="0" y="6830"/>
                </a:lnTo>
                <a:cubicBezTo>
                  <a:pt x="0" y="5761"/>
                  <a:pt x="640" y="4773"/>
                  <a:pt x="1677" y="4238"/>
                </a:cubicBezTo>
                <a:lnTo>
                  <a:pt x="9123" y="401"/>
                </a:lnTo>
                <a:close/>
              </a:path>
            </a:pathLst>
          </a:custGeom>
          <a:solidFill>
            <a:srgbClr val="7C3AED"/>
          </a:solidFill>
          <a:ln w="0">
            <a:noFill/>
          </a:ln>
        </p:spPr>
        <p:txBody>
          <a:bodyPr spcFirstLastPara="1" wrap="square" lIns="67725" tIns="67725" rIns="67725" bIns="67725" anchor="ctr">
            <a:noAutofit/>
          </a:bodyPr>
          <a:lstStyle/>
          <a:p>
            <a:pPr algn="ctr">
              <a:buClr>
                <a:srgbClr val="FFFFFF"/>
              </a:buClr>
              <a:buSzPts val="4300"/>
              <a:buNone/>
            </a:pPr>
            <a:endParaRPr sz="4300">
              <a:solidFill>
                <a:srgbClr val="FFFFFF"/>
              </a:solidFill>
              <a:latin typeface="Segoe UI"/>
              <a:ea typeface="Segoe UI"/>
              <a:cs typeface="Segoe UI"/>
            </a:endParaRPr>
          </a:p>
        </p:txBody>
      </p:sp>
      <p:sp>
        <p:nvSpPr>
          <p:cNvPr id="564" name="">
            <a:extLst>
              <a:ext uri="{FF2B5EF4-FFF2-40B4-BE49-F238E27FC236}">
                <ns2:creationId id="{B46B92F1-76B6-4D73-B1EA-53ED5F7B0F3A}"/>
              </a:ext>
            </a:extLst>
          </p:cNvPr>
          <p:cNvSpPr>
            <a:spLocks noGrp="1"/>
          </p:cNvSpPr>
          <p:nvPr/>
        </p:nvSpPr>
        <p:spPr>
          <a:xfrm>
            <a:off x="9477375" y="1885950"/>
            <a:ext cx="2181225" cy="723900"/>
          </a:xfrm>
          <a:prstGeom prst="rect">
            <a:avLst/>
          </a:prstGeom>
          <a:noFill/>
          <a:ln w="0">
            <a:noFill/>
            <a:prstDash val="solid"/>
          </a:ln>
        </p:spPr>
        <p:txBody>
          <a:bodyPr wrap="square" lIns="0" tIns="0" rIns="0" bIns="0" anchor="t">
            <a:noAutofit/>
          </a:bodyPr>
          <a:lstStyle>
            <a:defPPr algn="l">
              <a:defRPr sz="1650" b="1">
                <a:solidFill>
                  <a:srgbClr val="4C1D95"/>
                </a:solidFill>
                <a:latin typeface="Segoe UI"/>
                <a:ea typeface="Segoe UI"/>
                <a:cs typeface="Segoe UI"/>
              </a:defRPr>
            </a:defPPr>
          </a:lstStyle>
          <a:p>
            <a:pPr algn="l">
              <a:lnSpc>
                <a:spcPct val="108000"/>
              </a:lnSpc>
              <a:buNone/>
              <a:defRPr sz="1650" b="1">
                <a:solidFill>
                  <a:srgbClr val="4C1D95"/>
                </a:solidFill>
                <a:latin typeface="Segoe UI"/>
                <a:ea typeface="Segoe UI"/>
                <a:cs typeface="Segoe UI"/>
              </a:defRPr>
            </a:pPr>
            <a:r>
              <a:rPr sz="1650" b="1">
                <a:solidFill>
                  <a:srgbClr val="4C1D95"/>
                </a:solidFill>
                <a:latin typeface="Segoe UI"/>
                <a:ea typeface="Segoe UI"/>
                <a:cs typeface="Segoe UI"/>
              </a:rPr>
              <a:t>Авторизация және</a:t>
            </a:r>
          </a:p>
          <a:p>
            <a:pPr algn="l">
              <a:lnSpc>
                <a:spcPct val="108000"/>
              </a:lnSpc>
              <a:buNone/>
              <a:defRPr sz="1650" b="1">
                <a:solidFill>
                  <a:srgbClr val="4C1D95"/>
                </a:solidFill>
                <a:latin typeface="Segoe UI"/>
                <a:ea typeface="Segoe UI"/>
                <a:cs typeface="Segoe UI"/>
              </a:defRPr>
            </a:pPr>
            <a:r>
              <a:rPr sz="1650" b="1">
                <a:solidFill>
                  <a:srgbClr val="4C1D95"/>
                </a:solidFill>
                <a:latin typeface="Segoe UI"/>
                <a:ea typeface="Segoe UI"/>
                <a:cs typeface="Segoe UI"/>
              </a:rPr>
              <a:t>профиль жүйесін құру</a:t>
            </a:r>
          </a:p>
        </p:txBody>
      </p:sp>
      <p:sp>
        <p:nvSpPr>
          <p:cNvPr id="565" name="">
            <a:extLst>
              <a:ext uri="{FF2B5EF4-FFF2-40B4-BE49-F238E27FC236}">
                <ns2:creationId id="{C9DD480A-AF40-4B0B-815F-1022940D5FE4}"/>
              </a:ext>
            </a:extLst>
          </p:cNvPr>
          <p:cNvSpPr>
            <a:spLocks noGrp="1"/>
          </p:cNvSpPr>
          <p:nvPr/>
        </p:nvSpPr>
        <p:spPr>
          <a:xfrm>
            <a:off x="400050" y="3724275"/>
            <a:ext cx="3105150" cy="1181100"/>
          </a:xfrm>
          <a:prstGeom prst="roundRect">
            <a:avLst>
              <a:gd name="adj" fmla="val 18548"/>
            </a:avLst>
          </a:prstGeom>
          <a:solidFill>
            <a:srgbClr val="F5F3FF"/>
          </a:solidFill>
          <a:ln w="9525">
            <a:solidFill>
              <a:srgbClr val="F5F3FF"/>
            </a:solidFill>
            <a:prstDash val="solid"/>
          </a:ln>
        </p:spPr>
      </p:sp>
      <p:sp>
        <p:nvSpPr>
          <p:cNvPr id="11" name="Google Shape;1369;p101">
            <a:extLst>
              <a:ext uri="{FF2B5EF4-FFF2-40B4-BE49-F238E27FC236}">
                <ns2:creationId id="{41FBCA7C-C2E7-AFB5-3B6C-4D9C9E154570}"/>
              </a:ext>
            </a:extLst>
          </p:cNvPr>
          <p:cNvSpPr>
            <a:spLocks noGrp="1"/>
          </p:cNvSpPr>
          <p:nvPr/>
        </p:nvSpPr>
        <p:spPr>
          <a:xfrm>
            <a:off x="619125" y="3962400"/>
            <a:ext cx="371475" cy="371475"/>
          </a:xfrm>
          <a:custGeom>
            <a:rect l="l" t="t" r="r" b="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0784" y="2163"/>
                </a:moveTo>
                <a:cubicBezTo>
                  <a:pt x="10772" y="2167"/>
                  <a:pt x="10749" y="2175"/>
                  <a:pt x="10715" y="2196"/>
                </a:cubicBezTo>
                <a:cubicBezTo>
                  <a:pt x="10574" y="2281"/>
                  <a:pt x="10340" y="2510"/>
                  <a:pt x="10071" y="2999"/>
                </a:cubicBezTo>
                <a:cubicBezTo>
                  <a:pt x="9811" y="3472"/>
                  <a:pt x="9560" y="4109"/>
                  <a:pt x="9344" y="4895"/>
                </a:cubicBezTo>
                <a:cubicBezTo>
                  <a:pt x="8980" y="6213"/>
                  <a:pt x="8731" y="7875"/>
                  <a:pt x="8661" y="9720"/>
                </a:cubicBezTo>
                <a:lnTo>
                  <a:pt x="12939" y="9720"/>
                </a:lnTo>
                <a:cubicBezTo>
                  <a:pt x="12869" y="7875"/>
                  <a:pt x="12620" y="6213"/>
                  <a:pt x="12256" y="4895"/>
                </a:cubicBezTo>
                <a:cubicBezTo>
                  <a:pt x="12040" y="4109"/>
                  <a:pt x="11789" y="3472"/>
                  <a:pt x="11529" y="2999"/>
                </a:cubicBezTo>
                <a:cubicBezTo>
                  <a:pt x="11260" y="2510"/>
                  <a:pt x="11026" y="2281"/>
                  <a:pt x="10885" y="2196"/>
                </a:cubicBezTo>
                <a:cubicBezTo>
                  <a:pt x="10851" y="2175"/>
                  <a:pt x="10828" y="2167"/>
                  <a:pt x="10816" y="2163"/>
                </a:cubicBezTo>
                <a:cubicBezTo>
                  <a:pt x="10807" y="2161"/>
                  <a:pt x="10801" y="2160"/>
                  <a:pt x="10800" y="2160"/>
                </a:cubicBezTo>
                <a:cubicBezTo>
                  <a:pt x="10798" y="2160"/>
                  <a:pt x="10793" y="2161"/>
                  <a:pt x="10784" y="2163"/>
                </a:cubicBezTo>
                <a:close/>
                <a:moveTo>
                  <a:pt x="6499" y="9720"/>
                </a:moveTo>
                <a:cubicBezTo>
                  <a:pt x="6571" y="7704"/>
                  <a:pt x="6841" y="5845"/>
                  <a:pt x="7261" y="4321"/>
                </a:cubicBezTo>
                <a:cubicBezTo>
                  <a:pt x="7424" y="3732"/>
                  <a:pt x="7611" y="3182"/>
                  <a:pt x="7825" y="2686"/>
                </a:cubicBezTo>
                <a:cubicBezTo>
                  <a:pt x="4843" y="3779"/>
                  <a:pt x="2632" y="6469"/>
                  <a:pt x="2227" y="9720"/>
                </a:cubicBezTo>
                <a:lnTo>
                  <a:pt x="6499" y="9720"/>
                </a:lnTo>
                <a:close/>
                <a:moveTo>
                  <a:pt x="2227" y="11880"/>
                </a:moveTo>
                <a:lnTo>
                  <a:pt x="6499" y="11880"/>
                </a:lnTo>
                <a:cubicBezTo>
                  <a:pt x="6582" y="14228"/>
                  <a:pt x="6936" y="16368"/>
                  <a:pt x="7484" y="18014"/>
                </a:cubicBezTo>
                <a:cubicBezTo>
                  <a:pt x="7589" y="18327"/>
                  <a:pt x="7702" y="18628"/>
                  <a:pt x="7825" y="18914"/>
                </a:cubicBezTo>
                <a:cubicBezTo>
                  <a:pt x="4843" y="17821"/>
                  <a:pt x="2632" y="15131"/>
                  <a:pt x="2227" y="11880"/>
                </a:cubicBezTo>
                <a:close/>
                <a:moveTo>
                  <a:pt x="8661" y="11880"/>
                </a:moveTo>
                <a:cubicBezTo>
                  <a:pt x="8743" y="14037"/>
                  <a:pt x="9069" y="15938"/>
                  <a:pt x="9534" y="17332"/>
                </a:cubicBezTo>
                <a:cubicBezTo>
                  <a:pt x="9806" y="18148"/>
                  <a:pt x="10106" y="18732"/>
                  <a:pt x="10387" y="19088"/>
                </a:cubicBezTo>
                <a:cubicBezTo>
                  <a:pt x="10525" y="19263"/>
                  <a:pt x="10637" y="19356"/>
                  <a:pt x="10712" y="19402"/>
                </a:cubicBezTo>
                <a:cubicBezTo>
                  <a:pt x="10748" y="19424"/>
                  <a:pt x="10771" y="19434"/>
                  <a:pt x="10783" y="19437"/>
                </a:cubicBezTo>
                <a:cubicBezTo>
                  <a:pt x="10794" y="19440"/>
                  <a:pt x="10800" y="19440"/>
                  <a:pt x="10800" y="19440"/>
                </a:cubicBezTo>
                <a:cubicBezTo>
                  <a:pt x="10800" y="19440"/>
                  <a:pt x="10805" y="19440"/>
                  <a:pt x="10817" y="19437"/>
                </a:cubicBezTo>
                <a:cubicBezTo>
                  <a:pt x="10829" y="19434"/>
                  <a:pt x="10852" y="19424"/>
                  <a:pt x="10888" y="19402"/>
                </a:cubicBezTo>
                <a:cubicBezTo>
                  <a:pt x="10963" y="19356"/>
                  <a:pt x="11075" y="19263"/>
                  <a:pt x="11213" y="19088"/>
                </a:cubicBezTo>
                <a:cubicBezTo>
                  <a:pt x="11494" y="18732"/>
                  <a:pt x="11794" y="18148"/>
                  <a:pt x="12066" y="17332"/>
                </a:cubicBezTo>
                <a:cubicBezTo>
                  <a:pt x="12531" y="15938"/>
                  <a:pt x="12857" y="14037"/>
                  <a:pt x="12939" y="11880"/>
                </a:cubicBezTo>
                <a:lnTo>
                  <a:pt x="8661" y="11880"/>
                </a:lnTo>
                <a:close/>
                <a:moveTo>
                  <a:pt x="15101" y="11880"/>
                </a:moveTo>
                <a:cubicBezTo>
                  <a:pt x="15018" y="14228"/>
                  <a:pt x="14664" y="16368"/>
                  <a:pt x="14116" y="18014"/>
                </a:cubicBezTo>
                <a:cubicBezTo>
                  <a:pt x="14011" y="18327"/>
                  <a:pt x="13898" y="18628"/>
                  <a:pt x="13775" y="18914"/>
                </a:cubicBezTo>
                <a:cubicBezTo>
                  <a:pt x="16757" y="17821"/>
                  <a:pt x="18968" y="15131"/>
                  <a:pt x="19373" y="11880"/>
                </a:cubicBezTo>
                <a:lnTo>
                  <a:pt x="15101" y="11880"/>
                </a:lnTo>
                <a:close/>
                <a:moveTo>
                  <a:pt x="19373" y="9720"/>
                </a:moveTo>
                <a:cubicBezTo>
                  <a:pt x="18968" y="6469"/>
                  <a:pt x="16757" y="3779"/>
                  <a:pt x="13775" y="2686"/>
                </a:cubicBezTo>
                <a:cubicBezTo>
                  <a:pt x="13989" y="3182"/>
                  <a:pt x="14176" y="3732"/>
                  <a:pt x="14339" y="4321"/>
                </a:cubicBezTo>
                <a:cubicBezTo>
                  <a:pt x="14759" y="5845"/>
                  <a:pt x="15029" y="7704"/>
                  <a:pt x="15101" y="9720"/>
                </a:cubicBezTo>
                <a:lnTo>
                  <a:pt x="19373" y="9720"/>
                </a:lnTo>
                <a:close/>
              </a:path>
            </a:pathLst>
          </a:custGeom>
          <a:solidFill>
            <a:srgbClr val="7C3AED"/>
          </a:solidFill>
          <a:ln w="0">
            <a:noFill/>
          </a:ln>
        </p:spPr>
        <p:txBody>
          <a:bodyPr spcFirstLastPara="1" wrap="square" lIns="67725" tIns="67725" rIns="67725" bIns="67725" anchor="ctr">
            <a:noAutofit/>
          </a:bodyPr>
          <a:lstStyle/>
          <a:p>
            <a:pPr marL="0" marR="0" lvl="0" indent="0" algn="ctr">
              <a:lnSpc>
                <a:spcPct val="100000"/>
              </a:lnSpc>
              <a:spcBef>
                <a:spcPts val="0"/>
              </a:spcBef>
              <a:spcAft>
                <a:spcPts val="0"/>
              </a:spcAft>
              <a:buClr>
                <a:srgbClr val="FFFFFF"/>
              </a:buClr>
              <a:buSzPts val="4300"/>
              <a:buFont typeface="Arial"/>
              <a:buNone/>
            </a:pPr>
            <a:endParaRPr sz="4300" b="0" i="0" u="none" strike="noStrike" cap="none">
              <a:solidFill>
                <a:srgbClr val="FFFFFF"/>
              </a:solidFill>
              <a:latin typeface="Arial"/>
              <a:ea typeface="Arial"/>
              <a:cs typeface="Arial"/>
            </a:endParaRPr>
          </a:p>
        </p:txBody>
      </p:sp>
      <p:sp>
        <p:nvSpPr>
          <p:cNvPr id="566" name="">
            <a:extLst>
              <a:ext uri="{FF2B5EF4-FFF2-40B4-BE49-F238E27FC236}">
                <ns2:creationId id="{B0C4A419-D479-45FA-81FA-FB5E2F7092CD}"/>
              </a:ext>
            </a:extLst>
          </p:cNvPr>
          <p:cNvSpPr>
            <a:spLocks noGrp="1"/>
          </p:cNvSpPr>
          <p:nvPr/>
        </p:nvSpPr>
        <p:spPr>
          <a:xfrm>
            <a:off x="1181100" y="3981450"/>
            <a:ext cx="2181225" cy="723900"/>
          </a:xfrm>
          <a:prstGeom prst="rect">
            <a:avLst/>
          </a:prstGeom>
          <a:noFill/>
          <a:ln w="0">
            <a:noFill/>
            <a:prstDash val="solid"/>
          </a:ln>
        </p:spPr>
        <p:txBody>
          <a:bodyPr wrap="square" lIns="0" tIns="0" rIns="0" bIns="0" anchor="t">
            <a:noAutofit/>
          </a:bodyPr>
          <a:lstStyle>
            <a:defPPr algn="l">
              <a:defRPr sz="1650" b="1">
                <a:solidFill>
                  <a:srgbClr val="4C1D95"/>
                </a:solidFill>
                <a:latin typeface="Segoe UI"/>
                <a:ea typeface="Segoe UI"/>
                <a:cs typeface="Segoe UI"/>
              </a:defRPr>
            </a:defPPr>
          </a:lstStyle>
          <a:p>
            <a:pPr algn="l">
              <a:lnSpc>
                <a:spcPct val="108000"/>
              </a:lnSpc>
              <a:buNone/>
              <a:defRPr sz="1650" b="1">
                <a:solidFill>
                  <a:srgbClr val="4C1D95"/>
                </a:solidFill>
                <a:latin typeface="Segoe UI"/>
                <a:ea typeface="Segoe UI"/>
                <a:cs typeface="Segoe UI"/>
              </a:defRPr>
            </a:pPr>
            <a:r>
              <a:rPr sz="1650" b="1">
                <a:solidFill>
                  <a:srgbClr val="4C1D95"/>
                </a:solidFill>
                <a:latin typeface="Segoe UI"/>
                <a:ea typeface="Segoe UI"/>
                <a:cs typeface="Segoe UI"/>
              </a:rPr>
              <a:t>Жетістіктерді</a:t>
            </a:r>
          </a:p>
          <a:p>
            <a:pPr algn="l">
              <a:lnSpc>
                <a:spcPct val="108000"/>
              </a:lnSpc>
              <a:buNone/>
              <a:defRPr sz="1650" b="1">
                <a:solidFill>
                  <a:srgbClr val="4C1D95"/>
                </a:solidFill>
                <a:latin typeface="Segoe UI"/>
                <a:ea typeface="Segoe UI"/>
                <a:cs typeface="Segoe UI"/>
              </a:defRPr>
            </a:pPr>
            <a:r>
              <a:rPr sz="1650" b="1">
                <a:solidFill>
                  <a:srgbClr val="4C1D95"/>
                </a:solidFill>
                <a:latin typeface="Segoe UI"/>
                <a:ea typeface="Segoe UI"/>
                <a:cs typeface="Segoe UI"/>
              </a:rPr>
              <a:t>есепке алу</a:t>
            </a:r>
          </a:p>
        </p:txBody>
      </p:sp>
      <p:sp>
        <p:nvSpPr>
          <p:cNvPr id="567" name="">
            <a:extLst>
              <a:ext uri="{FF2B5EF4-FFF2-40B4-BE49-F238E27FC236}">
                <ns2:creationId id="{40C56ADE-5F6A-4E55-92EA-E99B3EFC53CF}"/>
              </a:ext>
            </a:extLst>
          </p:cNvPr>
          <p:cNvSpPr>
            <a:spLocks noGrp="1"/>
          </p:cNvSpPr>
          <p:nvPr/>
        </p:nvSpPr>
        <p:spPr>
          <a:xfrm>
            <a:off x="8696325" y="3724275"/>
            <a:ext cx="3105150" cy="1181100"/>
          </a:xfrm>
          <a:prstGeom prst="roundRect">
            <a:avLst>
              <a:gd name="adj" fmla="val 18548"/>
            </a:avLst>
          </a:prstGeom>
          <a:solidFill>
            <a:srgbClr val="F5F3FF"/>
          </a:solidFill>
          <a:ln w="9525">
            <a:solidFill>
              <a:srgbClr val="F5F3FF"/>
            </a:solidFill>
            <a:prstDash val="solid"/>
          </a:ln>
        </p:spPr>
      </p:sp>
      <p:sp>
        <p:nvSpPr>
          <p:cNvPr id="13" name="Google Shape;1415;p101">
            <a:extLst>
              <a:ext uri="{FF2B5EF4-FFF2-40B4-BE49-F238E27FC236}">
                <ns2:creationId id="{8574D0ED-7640-B4E7-7B56-C1CA61B9EC01}"/>
              </a:ext>
            </a:extLst>
          </p:cNvPr>
          <p:cNvSpPr>
            <a:spLocks noGrp="1"/>
          </p:cNvSpPr>
          <p:nvPr/>
        </p:nvSpPr>
        <p:spPr>
          <a:xfrm>
            <a:off x="8915400" y="3962400"/>
            <a:ext cx="371475" cy="371475"/>
          </a:xfrm>
          <a:custGeom>
            <a:rect l="l" t="t" r="r" b="b"/>
            <a:pathLst>
              <a:path w="21600" h="21600">
                <a:moveTo>
                  <a:pt x="6574" y="2400"/>
                </a:moveTo>
                <a:cubicBezTo>
                  <a:pt x="5277" y="2400"/>
                  <a:pt x="4226" y="3743"/>
                  <a:pt x="4226" y="5400"/>
                </a:cubicBezTo>
                <a:cubicBezTo>
                  <a:pt x="4226" y="7057"/>
                  <a:pt x="5277" y="8400"/>
                  <a:pt x="6574" y="8400"/>
                </a:cubicBezTo>
                <a:cubicBezTo>
                  <a:pt x="7871" y="8400"/>
                  <a:pt x="8922" y="7057"/>
                  <a:pt x="8922" y="5400"/>
                </a:cubicBezTo>
                <a:cubicBezTo>
                  <a:pt x="8922" y="3743"/>
                  <a:pt x="7871" y="2400"/>
                  <a:pt x="6574" y="2400"/>
                </a:cubicBezTo>
                <a:close/>
                <a:moveTo>
                  <a:pt x="2348" y="5400"/>
                </a:moveTo>
                <a:cubicBezTo>
                  <a:pt x="2348" y="2418"/>
                  <a:pt x="4240" y="0"/>
                  <a:pt x="6574" y="0"/>
                </a:cubicBezTo>
                <a:cubicBezTo>
                  <a:pt x="8908" y="0"/>
                  <a:pt x="10800" y="2418"/>
                  <a:pt x="10800" y="5400"/>
                </a:cubicBezTo>
                <a:cubicBezTo>
                  <a:pt x="10800" y="8382"/>
                  <a:pt x="8908" y="10800"/>
                  <a:pt x="6574" y="10800"/>
                </a:cubicBezTo>
                <a:cubicBezTo>
                  <a:pt x="4240" y="10800"/>
                  <a:pt x="2348" y="8382"/>
                  <a:pt x="2348" y="5400"/>
                </a:cubicBezTo>
                <a:close/>
                <a:moveTo>
                  <a:pt x="15496" y="3600"/>
                </a:moveTo>
                <a:cubicBezTo>
                  <a:pt x="14458" y="3600"/>
                  <a:pt x="13617" y="4674"/>
                  <a:pt x="13617" y="6000"/>
                </a:cubicBezTo>
                <a:cubicBezTo>
                  <a:pt x="13617" y="7326"/>
                  <a:pt x="14458" y="8400"/>
                  <a:pt x="15496" y="8400"/>
                </a:cubicBezTo>
                <a:cubicBezTo>
                  <a:pt x="16533" y="8400"/>
                  <a:pt x="17374" y="7326"/>
                  <a:pt x="17374" y="6000"/>
                </a:cubicBezTo>
                <a:cubicBezTo>
                  <a:pt x="17374" y="4674"/>
                  <a:pt x="16533" y="3600"/>
                  <a:pt x="15496" y="3600"/>
                </a:cubicBezTo>
                <a:close/>
                <a:moveTo>
                  <a:pt x="11739" y="6000"/>
                </a:moveTo>
                <a:cubicBezTo>
                  <a:pt x="11739" y="3349"/>
                  <a:pt x="13421" y="1200"/>
                  <a:pt x="15496" y="1200"/>
                </a:cubicBezTo>
                <a:cubicBezTo>
                  <a:pt x="17570" y="1200"/>
                  <a:pt x="19252" y="3349"/>
                  <a:pt x="19252" y="6000"/>
                </a:cubicBezTo>
                <a:cubicBezTo>
                  <a:pt x="19252" y="8651"/>
                  <a:pt x="17570" y="10800"/>
                  <a:pt x="15496" y="10800"/>
                </a:cubicBezTo>
                <a:cubicBezTo>
                  <a:pt x="13421" y="10800"/>
                  <a:pt x="11739" y="8651"/>
                  <a:pt x="11739" y="6000"/>
                </a:cubicBezTo>
                <a:close/>
                <a:moveTo>
                  <a:pt x="3324" y="15896"/>
                </a:moveTo>
                <a:cubicBezTo>
                  <a:pt x="2477" y="16858"/>
                  <a:pt x="1878" y="18325"/>
                  <a:pt x="1878" y="20400"/>
                </a:cubicBezTo>
                <a:cubicBezTo>
                  <a:pt x="1878" y="21062"/>
                  <a:pt x="1458" y="21600"/>
                  <a:pt x="939" y="21600"/>
                </a:cubicBezTo>
                <a:cubicBezTo>
                  <a:pt x="421" y="21600"/>
                  <a:pt x="0" y="21062"/>
                  <a:pt x="0" y="20400"/>
                </a:cubicBezTo>
                <a:cubicBezTo>
                  <a:pt x="0" y="17675"/>
                  <a:pt x="810" y="15542"/>
                  <a:pt x="2076" y="14102"/>
                </a:cubicBezTo>
                <a:cubicBezTo>
                  <a:pt x="3325" y="12684"/>
                  <a:pt x="4965" y="12000"/>
                  <a:pt x="6574" y="12000"/>
                </a:cubicBezTo>
                <a:cubicBezTo>
                  <a:pt x="8183" y="12000"/>
                  <a:pt x="9822" y="12684"/>
                  <a:pt x="11071" y="14102"/>
                </a:cubicBezTo>
                <a:cubicBezTo>
                  <a:pt x="12338" y="15542"/>
                  <a:pt x="13148" y="17675"/>
                  <a:pt x="13148" y="20400"/>
                </a:cubicBezTo>
                <a:cubicBezTo>
                  <a:pt x="13148" y="21062"/>
                  <a:pt x="12727" y="21600"/>
                  <a:pt x="12209" y="21600"/>
                </a:cubicBezTo>
                <a:cubicBezTo>
                  <a:pt x="11690" y="21600"/>
                  <a:pt x="11270" y="21062"/>
                  <a:pt x="11270" y="20400"/>
                </a:cubicBezTo>
                <a:cubicBezTo>
                  <a:pt x="11270" y="18325"/>
                  <a:pt x="10670" y="16858"/>
                  <a:pt x="9824" y="15896"/>
                </a:cubicBezTo>
                <a:cubicBezTo>
                  <a:pt x="8960" y="14916"/>
                  <a:pt x="7783" y="14400"/>
                  <a:pt x="6574" y="14400"/>
                </a:cubicBezTo>
                <a:cubicBezTo>
                  <a:pt x="5365" y="14400"/>
                  <a:pt x="4188" y="14916"/>
                  <a:pt x="3324" y="15896"/>
                </a:cubicBezTo>
                <a:close/>
                <a:moveTo>
                  <a:pt x="18122" y="15168"/>
                </a:moveTo>
                <a:cubicBezTo>
                  <a:pt x="17175" y="14402"/>
                  <a:pt x="15927" y="14200"/>
                  <a:pt x="14811" y="14602"/>
                </a:cubicBezTo>
                <a:cubicBezTo>
                  <a:pt x="14312" y="14782"/>
                  <a:pt x="13793" y="14411"/>
                  <a:pt x="13653" y="13772"/>
                </a:cubicBezTo>
                <a:cubicBezTo>
                  <a:pt x="13512" y="13134"/>
                  <a:pt x="13802" y="12472"/>
                  <a:pt x="14302" y="12292"/>
                </a:cubicBezTo>
                <a:cubicBezTo>
                  <a:pt x="15894" y="11718"/>
                  <a:pt x="17698" y="11986"/>
                  <a:pt x="19125" y="13139"/>
                </a:cubicBezTo>
                <a:cubicBezTo>
                  <a:pt x="20589" y="14320"/>
                  <a:pt x="21600" y="16387"/>
                  <a:pt x="21600" y="19200"/>
                </a:cubicBezTo>
                <a:cubicBezTo>
                  <a:pt x="21600" y="19862"/>
                  <a:pt x="21179" y="20400"/>
                  <a:pt x="20661" y="20400"/>
                </a:cubicBezTo>
                <a:cubicBezTo>
                  <a:pt x="20142" y="20400"/>
                  <a:pt x="19722" y="19862"/>
                  <a:pt x="19722" y="19200"/>
                </a:cubicBezTo>
                <a:cubicBezTo>
                  <a:pt x="19722" y="17202"/>
                  <a:pt x="19034" y="15905"/>
                  <a:pt x="18122" y="15168"/>
                </a:cubicBezTo>
                <a:close/>
              </a:path>
            </a:pathLst>
          </a:custGeom>
          <a:solidFill>
            <a:srgbClr val="7C3AED"/>
          </a:solidFill>
          <a:ln w="0">
            <a:noFill/>
          </a:ln>
        </p:spPr>
        <p:txBody>
          <a:bodyPr spcFirstLastPara="1" wrap="square" lIns="67725" tIns="67725" rIns="67725" bIns="67725" anchor="ctr">
            <a:noAutofit/>
          </a:bodyPr>
          <a:lstStyle/>
          <a:p>
            <a:pPr marL="0" marR="0" lvl="0" indent="0" algn="ctr">
              <a:lnSpc>
                <a:spcPct val="100000"/>
              </a:lnSpc>
              <a:spcBef>
                <a:spcPts val="0"/>
              </a:spcBef>
              <a:spcAft>
                <a:spcPts val="0"/>
              </a:spcAft>
              <a:buClr>
                <a:srgbClr val="FFFFFF"/>
              </a:buClr>
              <a:buSzPts val="4300"/>
              <a:buFont typeface="Arial"/>
              <a:buNone/>
            </a:pPr>
            <a:endParaRPr sz="4300" b="0" i="0" u="none" strike="noStrike" cap="none">
              <a:solidFill>
                <a:srgbClr val="FFFFFF"/>
              </a:solidFill>
              <a:latin typeface="Arial"/>
              <a:ea typeface="Arial"/>
              <a:cs typeface="Arial"/>
            </a:endParaRPr>
          </a:p>
        </p:txBody>
      </p:sp>
      <p:sp>
        <p:nvSpPr>
          <p:cNvPr id="568" name="">
            <a:extLst>
              <a:ext uri="{FF2B5EF4-FFF2-40B4-BE49-F238E27FC236}">
                <ns2:creationId id="{418E3FA2-A5E8-4D28-9C3F-01AC4BC9E004}"/>
              </a:ext>
            </a:extLst>
          </p:cNvPr>
          <p:cNvSpPr>
            <a:spLocks noGrp="1"/>
          </p:cNvSpPr>
          <p:nvPr/>
        </p:nvSpPr>
        <p:spPr>
          <a:xfrm>
            <a:off x="9477375" y="3981450"/>
            <a:ext cx="2181225" cy="723900"/>
          </a:xfrm>
          <a:prstGeom prst="rect">
            <a:avLst/>
          </a:prstGeom>
          <a:noFill/>
          <a:ln w="0">
            <a:noFill/>
            <a:prstDash val="solid"/>
          </a:ln>
        </p:spPr>
        <p:txBody>
          <a:bodyPr wrap="square" lIns="0" tIns="0" rIns="0" bIns="0" anchor="t">
            <a:noAutofit/>
          </a:bodyPr>
          <a:lstStyle>
            <a:defPPr algn="l">
              <a:defRPr sz="1650" b="1">
                <a:solidFill>
                  <a:srgbClr val="4C1D95"/>
                </a:solidFill>
                <a:latin typeface="Segoe UI"/>
                <a:ea typeface="Segoe UI"/>
                <a:cs typeface="Segoe UI"/>
              </a:defRPr>
            </a:defPPr>
          </a:lstStyle>
          <a:p>
            <a:pPr algn="l">
              <a:lnSpc>
                <a:spcPct val="108000"/>
              </a:lnSpc>
              <a:buNone/>
              <a:defRPr sz="1650" b="1">
                <a:solidFill>
                  <a:srgbClr val="4C1D95"/>
                </a:solidFill>
                <a:latin typeface="Segoe UI"/>
                <a:ea typeface="Segoe UI"/>
                <a:cs typeface="Segoe UI"/>
              </a:defRPr>
            </a:pPr>
            <a:r>
              <a:rPr sz="1650" b="1">
                <a:solidFill>
                  <a:srgbClr val="4C1D95"/>
                </a:solidFill>
                <a:latin typeface="Segoe UI"/>
                <a:ea typeface="Segoe UI"/>
                <a:cs typeface="Segoe UI"/>
              </a:rPr>
              <a:t>Рейтинг есептеу</a:t>
            </a:r>
          </a:p>
          <a:p>
            <a:pPr algn="l">
              <a:lnSpc>
                <a:spcPct val="108000"/>
              </a:lnSpc>
              <a:buNone/>
              <a:defRPr sz="1650" b="1">
                <a:solidFill>
                  <a:srgbClr val="4C1D95"/>
                </a:solidFill>
                <a:latin typeface="Segoe UI"/>
                <a:ea typeface="Segoe UI"/>
                <a:cs typeface="Segoe UI"/>
              </a:defRPr>
            </a:pPr>
            <a:r>
              <a:rPr sz="1650" b="1">
                <a:solidFill>
                  <a:srgbClr val="4C1D95"/>
                </a:solidFill>
                <a:latin typeface="Segoe UI"/>
                <a:ea typeface="Segoe UI"/>
                <a:cs typeface="Segoe UI"/>
              </a:rPr>
              <a:t>механизмін әзірлеу</a:t>
            </a:r>
          </a:p>
        </p:txBody>
      </p:sp>
      <p:sp>
        <p:nvSpPr>
          <p:cNvPr id="569" name="">
            <a:extLst>
              <a:ext uri="{FF2B5EF4-FFF2-40B4-BE49-F238E27FC236}">
                <ns2:creationId id="{DC34BEF4-820A-4522-A00C-C336F39C471F}"/>
              </a:ext>
            </a:extLst>
          </p:cNvPr>
          <p:cNvSpPr>
            <a:spLocks noGrp="1"/>
          </p:cNvSpPr>
          <p:nvPr/>
        </p:nvSpPr>
        <p:spPr>
          <a:xfrm>
            <a:off x="4476750" y="4914900"/>
            <a:ext cx="3238500" cy="1000125"/>
          </a:xfrm>
          <a:prstGeom prst="roundRect">
            <a:avLst>
              <a:gd name="adj" fmla="val 21905"/>
            </a:avLst>
          </a:prstGeom>
          <a:solidFill>
            <a:srgbClr val="F5F3FF"/>
          </a:solidFill>
          <a:ln w="9525">
            <a:solidFill>
              <a:srgbClr val="F5F3FF"/>
            </a:solidFill>
            <a:prstDash val="solid"/>
          </a:ln>
        </p:spPr>
      </p:sp>
      <p:sp>
        <p:nvSpPr>
          <p:cNvPr id="15" name="Google Shape;1512;p103">
            <a:extLst>
              <a:ext uri="{FF2B5EF4-FFF2-40B4-BE49-F238E27FC236}">
                <ns2:creationId id="{D015E4E0-1777-A560-A6C2-AEDA1FADFC50}"/>
              </a:ext>
            </a:extLst>
          </p:cNvPr>
          <p:cNvSpPr>
            <a:spLocks noGrp="1"/>
          </p:cNvSpPr>
          <p:nvPr/>
        </p:nvSpPr>
        <p:spPr>
          <a:xfrm>
            <a:off x="4695825" y="5153025"/>
            <a:ext cx="371475" cy="371475"/>
          </a:xfrm>
          <a:custGeom>
            <a:rect l="l" t="t" r="r" b="b"/>
            <a:pathLst>
              <a:path w="21538" h="21553">
                <a:moveTo>
                  <a:pt x="10897" y="543"/>
                </a:moveTo>
                <a:cubicBezTo>
                  <a:pt x="11135" y="165"/>
                  <a:pt x="11603" y="-46"/>
                  <a:pt x="12081" y="8"/>
                </a:cubicBezTo>
                <a:lnTo>
                  <a:pt x="12622" y="69"/>
                </a:lnTo>
                <a:cubicBezTo>
                  <a:pt x="15566" y="401"/>
                  <a:pt x="17464" y="3053"/>
                  <a:pt x="16592" y="5614"/>
                </a:cubicBezTo>
                <a:lnTo>
                  <a:pt x="15932" y="7551"/>
                </a:lnTo>
                <a:cubicBezTo>
                  <a:pt x="16337" y="7557"/>
                  <a:pt x="16701" y="7570"/>
                  <a:pt x="17029" y="7593"/>
                </a:cubicBezTo>
                <a:cubicBezTo>
                  <a:pt x="17750" y="7644"/>
                  <a:pt x="18413" y="7753"/>
                  <a:pt x="19016" y="8039"/>
                </a:cubicBezTo>
                <a:cubicBezTo>
                  <a:pt x="20257" y="8629"/>
                  <a:pt x="21148" y="9683"/>
                  <a:pt x="21451" y="10920"/>
                </a:cubicBezTo>
                <a:cubicBezTo>
                  <a:pt x="21599" y="11520"/>
                  <a:pt x="21541" y="12127"/>
                  <a:pt x="21406" y="12769"/>
                </a:cubicBezTo>
                <a:cubicBezTo>
                  <a:pt x="21273" y="13395"/>
                  <a:pt x="21043" y="14161"/>
                  <a:pt x="20759" y="15099"/>
                </a:cubicBezTo>
                <a:lnTo>
                  <a:pt x="20202" y="16946"/>
                </a:lnTo>
                <a:cubicBezTo>
                  <a:pt x="20181" y="17013"/>
                  <a:pt x="20161" y="17078"/>
                  <a:pt x="20142" y="17143"/>
                </a:cubicBezTo>
                <a:cubicBezTo>
                  <a:pt x="19789" y="18315"/>
                  <a:pt x="19524" y="19196"/>
                  <a:pt x="18943" y="19876"/>
                </a:cubicBezTo>
                <a:cubicBezTo>
                  <a:pt x="18432" y="20473"/>
                  <a:pt x="17757" y="20939"/>
                  <a:pt x="16986" y="21226"/>
                </a:cubicBezTo>
                <a:cubicBezTo>
                  <a:pt x="16107" y="21554"/>
                  <a:pt x="15095" y="21553"/>
                  <a:pt x="13750" y="21552"/>
                </a:cubicBezTo>
                <a:cubicBezTo>
                  <a:pt x="11456" y="21551"/>
                  <a:pt x="9164" y="21552"/>
                  <a:pt x="6872" y="21552"/>
                </a:cubicBezTo>
                <a:cubicBezTo>
                  <a:pt x="5911" y="21552"/>
                  <a:pt x="5118" y="21552"/>
                  <a:pt x="4472" y="21505"/>
                </a:cubicBezTo>
                <a:cubicBezTo>
                  <a:pt x="3802" y="21455"/>
                  <a:pt x="3185" y="21349"/>
                  <a:pt x="2606" y="21082"/>
                </a:cubicBezTo>
                <a:cubicBezTo>
                  <a:pt x="1708" y="20669"/>
                  <a:pt x="979" y="20010"/>
                  <a:pt x="520" y="19199"/>
                </a:cubicBezTo>
                <a:cubicBezTo>
                  <a:pt x="226" y="18676"/>
                  <a:pt x="108" y="18119"/>
                  <a:pt x="53" y="17513"/>
                </a:cubicBezTo>
                <a:cubicBezTo>
                  <a:pt x="0" y="16930"/>
                  <a:pt x="0" y="16214"/>
                  <a:pt x="0" y="15346"/>
                </a:cubicBezTo>
                <a:lnTo>
                  <a:pt x="0" y="12931"/>
                </a:lnTo>
                <a:cubicBezTo>
                  <a:pt x="0" y="12881"/>
                  <a:pt x="0" y="12832"/>
                  <a:pt x="0" y="12783"/>
                </a:cubicBezTo>
                <a:cubicBezTo>
                  <a:pt x="0" y="11926"/>
                  <a:pt x="-1" y="11289"/>
                  <a:pt x="162" y="10738"/>
                </a:cubicBezTo>
                <a:cubicBezTo>
                  <a:pt x="604" y="9250"/>
                  <a:pt x="1890" y="8088"/>
                  <a:pt x="3538" y="7690"/>
                </a:cubicBezTo>
                <a:cubicBezTo>
                  <a:pt x="4148" y="7542"/>
                  <a:pt x="4853" y="7542"/>
                  <a:pt x="5803" y="7543"/>
                </a:cubicBezTo>
                <a:cubicBezTo>
                  <a:pt x="5857" y="7543"/>
                  <a:pt x="5911" y="7543"/>
                  <a:pt x="5966" y="7543"/>
                </a:cubicBezTo>
                <a:cubicBezTo>
                  <a:pt x="6277" y="7543"/>
                  <a:pt x="6562" y="7393"/>
                  <a:pt x="6716" y="7150"/>
                </a:cubicBezTo>
                <a:lnTo>
                  <a:pt x="10897" y="543"/>
                </a:lnTo>
                <a:close/>
                <a:moveTo>
                  <a:pt x="5407" y="19388"/>
                </a:moveTo>
                <a:cubicBezTo>
                  <a:pt x="5204" y="19068"/>
                  <a:pt x="5044" y="18723"/>
                  <a:pt x="4935" y="18357"/>
                </a:cubicBezTo>
                <a:cubicBezTo>
                  <a:pt x="4772" y="17806"/>
                  <a:pt x="4773" y="17169"/>
                  <a:pt x="4773" y="16312"/>
                </a:cubicBezTo>
                <a:cubicBezTo>
                  <a:pt x="4773" y="16264"/>
                  <a:pt x="4773" y="16214"/>
                  <a:pt x="4773" y="16164"/>
                </a:cubicBezTo>
                <a:lnTo>
                  <a:pt x="4773" y="9709"/>
                </a:lnTo>
                <a:cubicBezTo>
                  <a:pt x="4466" y="9719"/>
                  <a:pt x="4297" y="9737"/>
                  <a:pt x="4155" y="9772"/>
                </a:cubicBezTo>
                <a:cubicBezTo>
                  <a:pt x="3332" y="9971"/>
                  <a:pt x="2689" y="10552"/>
                  <a:pt x="2468" y="11296"/>
                </a:cubicBezTo>
                <a:cubicBezTo>
                  <a:pt x="2397" y="11535"/>
                  <a:pt x="2387" y="11860"/>
                  <a:pt x="2387" y="12931"/>
                </a:cubicBezTo>
                <a:lnTo>
                  <a:pt x="2387" y="15302"/>
                </a:lnTo>
                <a:cubicBezTo>
                  <a:pt x="2387" y="16225"/>
                  <a:pt x="2388" y="16853"/>
                  <a:pt x="2432" y="17338"/>
                </a:cubicBezTo>
                <a:cubicBezTo>
                  <a:pt x="2474" y="17810"/>
                  <a:pt x="2551" y="18052"/>
                  <a:pt x="2647" y="18220"/>
                </a:cubicBezTo>
                <a:cubicBezTo>
                  <a:pt x="2876" y="18626"/>
                  <a:pt x="3241" y="18955"/>
                  <a:pt x="3690" y="19162"/>
                </a:cubicBezTo>
                <a:cubicBezTo>
                  <a:pt x="3877" y="19248"/>
                  <a:pt x="4144" y="19318"/>
                  <a:pt x="4667" y="19356"/>
                </a:cubicBezTo>
                <a:cubicBezTo>
                  <a:pt x="4884" y="19372"/>
                  <a:pt x="5128" y="19382"/>
                  <a:pt x="5407" y="19388"/>
                </a:cubicBezTo>
                <a:close/>
                <a:moveTo>
                  <a:pt x="7160" y="9493"/>
                </a:moveTo>
                <a:lnTo>
                  <a:pt x="7160" y="16164"/>
                </a:lnTo>
                <a:cubicBezTo>
                  <a:pt x="7160" y="17236"/>
                  <a:pt x="7170" y="17560"/>
                  <a:pt x="7241" y="17799"/>
                </a:cubicBezTo>
                <a:cubicBezTo>
                  <a:pt x="7462" y="18543"/>
                  <a:pt x="8105" y="19124"/>
                  <a:pt x="8928" y="19324"/>
                </a:cubicBezTo>
                <a:cubicBezTo>
                  <a:pt x="9194" y="19388"/>
                  <a:pt x="9553" y="19397"/>
                  <a:pt x="10739" y="19397"/>
                </a:cubicBezTo>
                <a:lnTo>
                  <a:pt x="13524" y="19397"/>
                </a:lnTo>
                <a:cubicBezTo>
                  <a:pt x="15200" y="19397"/>
                  <a:pt x="15691" y="19377"/>
                  <a:pt x="16076" y="19234"/>
                </a:cubicBezTo>
                <a:cubicBezTo>
                  <a:pt x="16461" y="19090"/>
                  <a:pt x="16799" y="18857"/>
                  <a:pt x="17054" y="18559"/>
                </a:cubicBezTo>
                <a:cubicBezTo>
                  <a:pt x="17307" y="18262"/>
                  <a:pt x="17458" y="17839"/>
                  <a:pt x="17899" y="16379"/>
                </a:cubicBezTo>
                <a:lnTo>
                  <a:pt x="18444" y="14575"/>
                </a:lnTo>
                <a:cubicBezTo>
                  <a:pt x="18744" y="13583"/>
                  <a:pt x="18949" y="12899"/>
                  <a:pt x="19061" y="12366"/>
                </a:cubicBezTo>
                <a:cubicBezTo>
                  <a:pt x="19172" y="11837"/>
                  <a:pt x="19166" y="11567"/>
                  <a:pt x="19122" y="11387"/>
                </a:cubicBezTo>
                <a:cubicBezTo>
                  <a:pt x="18970" y="10768"/>
                  <a:pt x="18524" y="10241"/>
                  <a:pt x="17904" y="9946"/>
                </a:cubicBezTo>
                <a:cubicBezTo>
                  <a:pt x="17722" y="9860"/>
                  <a:pt x="17436" y="9783"/>
                  <a:pt x="16842" y="9741"/>
                </a:cubicBezTo>
                <a:cubicBezTo>
                  <a:pt x="16243" y="9699"/>
                  <a:pt x="15457" y="9698"/>
                  <a:pt x="14319" y="9698"/>
                </a:cubicBezTo>
                <a:cubicBezTo>
                  <a:pt x="13941" y="9698"/>
                  <a:pt x="13584" y="9536"/>
                  <a:pt x="13360" y="9261"/>
                </a:cubicBezTo>
                <a:cubicBezTo>
                  <a:pt x="13134" y="8986"/>
                  <a:pt x="13067" y="8631"/>
                  <a:pt x="13178" y="8304"/>
                </a:cubicBezTo>
                <a:lnTo>
                  <a:pt x="14311" y="4980"/>
                </a:lnTo>
                <a:cubicBezTo>
                  <a:pt x="14722" y="3771"/>
                  <a:pt x="13900" y="2522"/>
                  <a:pt x="12567" y="2246"/>
                </a:cubicBezTo>
                <a:lnTo>
                  <a:pt x="8787" y="8220"/>
                </a:lnTo>
                <a:cubicBezTo>
                  <a:pt x="8415" y="8808"/>
                  <a:pt x="7836" y="9252"/>
                  <a:pt x="7160" y="9493"/>
                </a:cubicBezTo>
                <a:close/>
              </a:path>
            </a:pathLst>
          </a:custGeom>
          <a:solidFill>
            <a:srgbClr val="7C3AED"/>
          </a:solidFill>
          <a:ln w="0">
            <a:noFill/>
          </a:ln>
        </p:spPr>
        <p:txBody>
          <a:bodyPr spcFirstLastPara="1" wrap="square" lIns="67725" tIns="67725" rIns="67725" bIns="67725" anchor="ctr">
            <a:noAutofit/>
          </a:bodyPr>
          <a:lstStyle/>
          <a:p>
            <a:pPr marL="0" marR="0" lvl="0" indent="0" algn="ctr">
              <a:lnSpc>
                <a:spcPct val="100000"/>
              </a:lnSpc>
              <a:spcBef>
                <a:spcPts val="0"/>
              </a:spcBef>
              <a:spcAft>
                <a:spcPts val="0"/>
              </a:spcAft>
              <a:buClr>
                <a:srgbClr val="FFFFFF"/>
              </a:buClr>
              <a:buSzPts val="4300"/>
              <a:buFont typeface="Arial"/>
              <a:buNone/>
            </a:pPr>
            <a:endParaRPr sz="4300" b="0" i="0" u="none" strike="noStrike" cap="none">
              <a:solidFill>
                <a:srgbClr val="FFFFFF"/>
              </a:solidFill>
              <a:latin typeface="Arial"/>
              <a:ea typeface="Arial"/>
              <a:cs typeface="Arial"/>
            </a:endParaRPr>
          </a:p>
        </p:txBody>
      </p:sp>
      <p:sp>
        <p:nvSpPr>
          <p:cNvPr id="570" name="">
            <a:extLst>
              <a:ext uri="{FF2B5EF4-FFF2-40B4-BE49-F238E27FC236}">
                <ns2:creationId id="{AB5F1AC3-87B9-40A2-A3ED-706D981DB841}"/>
              </a:ext>
            </a:extLst>
          </p:cNvPr>
          <p:cNvSpPr>
            <a:spLocks noGrp="1"/>
          </p:cNvSpPr>
          <p:nvPr/>
        </p:nvSpPr>
        <p:spPr>
          <a:xfrm>
            <a:off x="5257800" y="5172075"/>
            <a:ext cx="2276475" cy="723900"/>
          </a:xfrm>
          <a:prstGeom prst="rect">
            <a:avLst/>
          </a:prstGeom>
          <a:noFill/>
          <a:ln w="0">
            <a:noFill/>
            <a:prstDash val="solid"/>
          </a:ln>
        </p:spPr>
        <p:txBody>
          <a:bodyPr wrap="square" lIns="0" tIns="0" rIns="0" bIns="0" anchor="t">
            <a:noAutofit/>
          </a:bodyPr>
          <a:lstStyle>
            <a:defPPr algn="l">
              <a:defRPr sz="1650" b="1">
                <a:solidFill>
                  <a:srgbClr val="4C1D95"/>
                </a:solidFill>
                <a:latin typeface="Segoe UI"/>
                <a:ea typeface="Segoe UI"/>
                <a:cs typeface="Segoe UI"/>
              </a:defRPr>
            </a:defPPr>
          </a:lstStyle>
          <a:p>
            <a:pPr algn="l">
              <a:lnSpc>
                <a:spcPct val="108000"/>
              </a:lnSpc>
              <a:buNone/>
              <a:defRPr sz="1650" b="1">
                <a:solidFill>
                  <a:srgbClr val="4C1D95"/>
                </a:solidFill>
                <a:latin typeface="Segoe UI"/>
                <a:ea typeface="Segoe UI"/>
                <a:cs typeface="Segoe UI"/>
              </a:defRPr>
            </a:pPr>
            <a:r>
              <a:rPr sz="1650" b="1">
                <a:solidFill>
                  <a:srgbClr val="4C1D95"/>
                </a:solidFill>
                <a:latin typeface="Segoe UI"/>
                <a:ea typeface="Segoe UI"/>
                <a:cs typeface="Segoe UI"/>
              </a:rPr>
              <a:t>Қосымшаны</a:t>
            </a:r>
          </a:p>
          <a:p>
            <a:pPr algn="l">
              <a:lnSpc>
                <a:spcPct val="108000"/>
              </a:lnSpc>
              <a:buNone/>
              <a:defRPr sz="1650" b="1">
                <a:solidFill>
                  <a:srgbClr val="4C1D95"/>
                </a:solidFill>
                <a:latin typeface="Segoe UI"/>
                <a:ea typeface="Segoe UI"/>
                <a:cs typeface="Segoe UI"/>
              </a:defRPr>
            </a:pPr>
            <a:r>
              <a:rPr sz="1650" b="1">
                <a:solidFill>
                  <a:srgbClr val="4C1D95"/>
                </a:solidFill>
                <a:latin typeface="Segoe UI"/>
                <a:ea typeface="Segoe UI"/>
                <a:cs typeface="Segoe UI"/>
              </a:rPr>
              <a:t>тестілеу</a:t>
            </a:r>
          </a:p>
        </p:txBody>
      </p:sp>
      <p:sp>
        <p:nvSpPr>
          <p:cNvPr id="571" name="Мақсат пен міндет байланысы">
            <a:extLst>
              <a:ext uri="{FF2B5EF4-FFF2-40B4-BE49-F238E27FC236}">
                <ns2:creationId id="{85B79939-59F7-4AE8-9E4D-BF88EBC0BE1E}"/>
              </a:ext>
            </a:extLst>
          </p:cNvPr>
          <p:cNvSpPr>
            <a:spLocks noGrp="1"/>
          </p:cNvSpPr>
          <p:nvPr/>
        </p:nvSpPr>
        <p:spPr>
          <a:xfrm flipV="0">
            <a:off x="3505200" y="2219325"/>
            <a:ext cx="447675" cy="638175"/>
          </a:xfrm>
          <a:prstGeom prst="line">
            <a:avLst/>
          </a:prstGeom>
          <a:noFill/>
          <a:ln w="19050">
            <a:solidFill>
              <a:srgbClr val="DDD0FA"/>
            </a:solidFill>
            <a:prstDash val="solid"/>
          </a:ln>
        </p:spPr>
      </p:sp>
      <p:sp>
        <p:nvSpPr>
          <p:cNvPr id="572" name="Мақсат пен міндет байланысы">
            <a:extLst>
              <a:ext uri="{FF2B5EF4-FFF2-40B4-BE49-F238E27FC236}">
                <ns2:creationId id="{44FCEDAF-49EE-4144-A462-0881054A8B98}"/>
              </a:ext>
            </a:extLst>
          </p:cNvPr>
          <p:cNvSpPr>
            <a:spLocks noGrp="1"/>
          </p:cNvSpPr>
          <p:nvPr/>
        </p:nvSpPr>
        <p:spPr>
          <a:xfrm flipV="1">
            <a:off x="8239125" y="2219325"/>
            <a:ext cx="457200" cy="638175"/>
          </a:xfrm>
          <a:prstGeom prst="line">
            <a:avLst/>
          </a:prstGeom>
          <a:noFill/>
          <a:ln w="19050">
            <a:solidFill>
              <a:srgbClr val="DDD0FA"/>
            </a:solidFill>
            <a:prstDash val="solid"/>
          </a:ln>
        </p:spPr>
      </p:sp>
      <p:sp>
        <p:nvSpPr>
          <p:cNvPr id="573" name="Мақсат пен міндет байланысы">
            <a:extLst>
              <a:ext uri="{FF2B5EF4-FFF2-40B4-BE49-F238E27FC236}">
                <ns2:creationId id="{73BDD404-F700-4624-8AA4-88440418A4F3}"/>
              </a:ext>
            </a:extLst>
          </p:cNvPr>
          <p:cNvSpPr>
            <a:spLocks noGrp="1"/>
          </p:cNvSpPr>
          <p:nvPr/>
        </p:nvSpPr>
        <p:spPr>
          <a:xfrm flipV="1">
            <a:off x="3505200" y="3819525"/>
            <a:ext cx="447675" cy="400050"/>
          </a:xfrm>
          <a:prstGeom prst="line">
            <a:avLst/>
          </a:prstGeom>
          <a:noFill/>
          <a:ln w="19050">
            <a:solidFill>
              <a:srgbClr val="DDD0FA"/>
            </a:solidFill>
            <a:prstDash val="solid"/>
          </a:ln>
        </p:spPr>
      </p:sp>
      <p:sp>
        <p:nvSpPr>
          <p:cNvPr id="574" name="Мақсат пен міндет байланысы">
            <a:extLst>
              <a:ext uri="{FF2B5EF4-FFF2-40B4-BE49-F238E27FC236}">
                <ns2:creationId id="{8D0F1004-7368-4127-B85C-D5CD73F00BBF}"/>
              </a:ext>
            </a:extLst>
          </p:cNvPr>
          <p:cNvSpPr>
            <a:spLocks noGrp="1"/>
          </p:cNvSpPr>
          <p:nvPr/>
        </p:nvSpPr>
        <p:spPr>
          <a:xfrm flipV="0">
            <a:off x="8239125" y="3819525"/>
            <a:ext cx="457200" cy="400050"/>
          </a:xfrm>
          <a:prstGeom prst="line">
            <a:avLst/>
          </a:prstGeom>
          <a:noFill/>
          <a:ln w="19050">
            <a:solidFill>
              <a:srgbClr val="DDD0FA"/>
            </a:solidFill>
            <a:prstDash val="solid"/>
          </a:ln>
        </p:spPr>
      </p:sp>
      <p:sp>
        <p:nvSpPr>
          <p:cNvPr id="575" name="Мақсат пен міндет байланысы">
            <a:extLst>
              <a:ext uri="{FF2B5EF4-FFF2-40B4-BE49-F238E27FC236}">
                <ns2:creationId id="{F4E2F2BB-D5FF-412F-A2D6-7A39F8484256}"/>
              </a:ext>
            </a:extLst>
          </p:cNvPr>
          <p:cNvSpPr>
            <a:spLocks noGrp="1"/>
          </p:cNvSpPr>
          <p:nvPr/>
        </p:nvSpPr>
        <p:spPr>
          <a:xfrm flipV="0">
            <a:off x="6096000" y="4400550"/>
            <a:ext cx="0" cy="457200"/>
          </a:xfrm>
          <a:prstGeom prst="line">
            <a:avLst/>
          </a:prstGeom>
          <a:noFill/>
          <a:ln w="19050">
            <a:solidFill>
              <a:srgbClr val="DDD0FA"/>
            </a:solidFill>
            <a:prstDash val="solid"/>
          </a:ln>
        </p:spPr>
      </p:sp>
    </p:spTree>
    <p:extLst>
      <p:ext uri="{BB962C8B-B14F-4D97-AF65-F5344CB8AC3E}">
        <ns3:creationId val="2342105169"/>
      </p:ext>
    </p:extLst>
  </p:cSld>
  <p:transition spd="slow" advClick="1">
    <p:fade/>
  </p:transition>
</p:sld>
</file>

<file path=ppt/slides/slide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Title 10">
            <a:extLst>
              <a:ext uri="{FF2B5EF4-FFF2-40B4-BE49-F238E27FC236}">
                <ns2:creationId id="{32E36C81-5801-B2BE-01AA-D802EF7CADE6}"/>
              </a:ext>
            </a:extLst>
          </p:cNvPr>
          <p:cNvSpPr>
            <a:spLocks noGrp="1"/>
          </p:cNvSpPr>
          <p:nvPr>
            <p:ph type="title" idx="0"/>
          </p:nvPr>
        </p:nvSpPr>
        <p:spPr>
          <a:xfrm>
            <a:off x="393668" y="344043"/>
            <a:ext cx="11404568" cy="790575"/>
          </a:xfrm>
        </p:spPr>
        <p:txBody>
          <a:bodyPr wrap="square" lIns="0" tIns="0" rIns="0" bIns="0" anchor="t">
            <a:noAutofit/>
          </a:bodyPr>
          <a:lstStyle>
            <a:defPPr algn="l">
              <a:defRPr sz="3300" b="1">
                <a:solidFill>
                  <a:srgbClr val="271443"/>
                </a:solidFill>
                <a:latin typeface="Segoe UI"/>
                <a:ea typeface="Segoe UI"/>
                <a:cs typeface="Segoe UI"/>
              </a:defRPr>
            </a:defPPr>
          </a:lstStyle>
          <a:p>
            <a:pPr algn="l">
              <a:lnSpc>
                <a:spcPct val="108000"/>
              </a:lnSpc>
              <a:buNone/>
              <a:defRPr sz="3300" b="1">
                <a:solidFill>
                  <a:srgbClr val="271443"/>
                </a:solidFill>
                <a:latin typeface="Segoe UI"/>
                <a:ea typeface="Segoe UI"/>
                <a:cs typeface="Segoe UI"/>
              </a:defRPr>
            </a:pPr>
            <a:r>
              <a:rPr sz="3300" b="1">
                <a:solidFill>
                  <a:srgbClr val="271443"/>
                </a:solidFill>
                <a:latin typeface="Segoe UI"/>
                <a:ea typeface="Segoe UI"/>
                <a:cs typeface="Segoe UI"/>
              </a:rPr>
              <a:t>Қолданылған технологиялар</a:t>
            </a:r>
          </a:p>
        </p:txBody>
      </p:sp>
      <p:sp>
        <p:nvSpPr>
          <p:cNvPr id="3" name="Rounded Rectangle 2">
            <a:extLst>
              <a:ext uri="{FF2B5EF4-FFF2-40B4-BE49-F238E27FC236}">
                <ns2:creationId id="{33642A94-5293-AA67-B826-5BD0DE5E4F06}"/>
              </a:ext>
            </a:extLst>
          </p:cNvPr>
          <p:cNvSpPr>
            <a:spLocks noGrp="1"/>
          </p:cNvSpPr>
          <p:nvPr/>
        </p:nvSpPr>
        <p:spPr>
          <a:xfrm>
            <a:off x="393668" y="1685925"/>
            <a:ext cx="2595944" cy="2476500"/>
          </a:xfrm>
          <a:prstGeom prst="roundRect">
            <a:avLst>
              <a:gd name="adj" fmla="val 8846"/>
            </a:avLst>
          </a:prstGeom>
          <a:solidFill>
            <a:srgbClr val="F5F3FF"/>
          </a:solidFill>
          <a:ln w="9525">
            <a:solidFill>
              <a:srgbClr val="F5F3FF"/>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 name="Rounded Rectangle 4">
            <a:extLst>
              <a:ext uri="{FF2B5EF4-FFF2-40B4-BE49-F238E27FC236}">
                <ns2:creationId id="{6F6AC358-F5F5-46E1-3A28-330B5B7FD440}"/>
              </a:ext>
            </a:extLst>
          </p:cNvPr>
          <p:cNvSpPr>
            <a:spLocks noGrp="1"/>
          </p:cNvSpPr>
          <p:nvPr/>
        </p:nvSpPr>
        <p:spPr>
          <a:xfrm>
            <a:off x="3334988" y="1685925"/>
            <a:ext cx="2595944" cy="2476500"/>
          </a:xfrm>
          <a:prstGeom prst="roundRect">
            <a:avLst>
              <a:gd name="adj" fmla="val 8846"/>
            </a:avLst>
          </a:prstGeom>
          <a:solidFill>
            <a:srgbClr val="F5F3FF"/>
          </a:solidFill>
          <a:ln w="9525">
            <a:solidFill>
              <a:srgbClr val="F5F3FF"/>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Rounded Rectangle 5">
            <a:extLst>
              <a:ext uri="{FF2B5EF4-FFF2-40B4-BE49-F238E27FC236}">
                <ns2:creationId id="{F27EDC79-B9FD-D75C-F5E0-8650415FAF49}"/>
              </a:ext>
            </a:extLst>
          </p:cNvPr>
          <p:cNvSpPr>
            <a:spLocks noGrp="1"/>
          </p:cNvSpPr>
          <p:nvPr/>
        </p:nvSpPr>
        <p:spPr>
          <a:xfrm>
            <a:off x="6264402" y="1685925"/>
            <a:ext cx="2595944" cy="2476500"/>
          </a:xfrm>
          <a:prstGeom prst="roundRect">
            <a:avLst>
              <a:gd name="adj" fmla="val 8846"/>
            </a:avLst>
          </a:prstGeom>
          <a:solidFill>
            <a:srgbClr val="F5F3FF"/>
          </a:solidFill>
          <a:ln w="9525">
            <a:solidFill>
              <a:srgbClr val="F5F3FF"/>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Rounded Rectangle 6">
            <a:extLst>
              <a:ext uri="{FF2B5EF4-FFF2-40B4-BE49-F238E27FC236}">
                <ns2:creationId id="{1FAFF379-8A28-CAB1-B1D0-F7E83A8F0727}"/>
              </a:ext>
            </a:extLst>
          </p:cNvPr>
          <p:cNvSpPr>
            <a:spLocks noGrp="1"/>
          </p:cNvSpPr>
          <p:nvPr/>
        </p:nvSpPr>
        <p:spPr>
          <a:xfrm>
            <a:off x="9205722" y="1685925"/>
            <a:ext cx="2595944" cy="2476500"/>
          </a:xfrm>
          <a:prstGeom prst="roundRect">
            <a:avLst>
              <a:gd name="adj" fmla="val 8846"/>
            </a:avLst>
          </a:prstGeom>
          <a:solidFill>
            <a:srgbClr val="F5F3FF"/>
          </a:solidFill>
          <a:ln w="9525">
            <a:solidFill>
              <a:srgbClr val="F5F3FF"/>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 name="Content Placeholder 15">
            <a:extLst>
              <a:ext uri="{FF2B5EF4-FFF2-40B4-BE49-F238E27FC236}">
                <ns2:creationId id="{BDC86A8A-FBA6-FD14-99C2-1C4C5D6609EA}"/>
              </a:ext>
            </a:extLst>
          </p:cNvPr>
          <p:cNvSpPr>
            <a:spLocks noGrp="1"/>
          </p:cNvSpPr>
          <p:nvPr>
            <p:ph idx="1"/>
          </p:nvPr>
        </p:nvSpPr>
        <p:spPr>
          <a:xfrm>
            <a:off x="603218" y="2838450"/>
            <a:ext cx="2171700" cy="419100"/>
          </a:xfrm>
        </p:spPr>
        <p:txBody>
          <a:bodyPr wrap="square" lIns="0" tIns="0" rIns="0" bIns="0" anchor="t">
            <a:noAutofit/>
          </a:bodyPr>
          <a:lstStyle>
            <a:defPPr algn="ctr">
              <a:defRPr sz="2175" b="1">
                <a:solidFill>
                  <a:srgbClr val="4C1D95"/>
                </a:solidFill>
                <a:latin typeface="Segoe UI"/>
                <a:ea typeface="Segoe UI"/>
                <a:cs typeface="Segoe UI"/>
              </a:defRPr>
            </a:defPPr>
          </a:lstStyle>
          <a:p>
            <a:pPr marL="0" indent="0" algn="ctr">
              <a:lnSpc>
                <a:spcPct val="108000"/>
              </a:lnSpc>
              <a:spcBef>
                <a:spcPts val="0"/>
              </a:spcBef>
              <a:spcAft>
                <a:spcPts val="800"/>
              </a:spcAft>
              <a:buNone/>
              <a:defRPr sz="2175" b="1">
                <a:solidFill>
                  <a:srgbClr val="4C1D95"/>
                </a:solidFill>
                <a:latin typeface="Segoe UI"/>
                <a:ea typeface="Segoe UI"/>
                <a:cs typeface="Segoe UI"/>
              </a:defRPr>
            </a:pPr>
            <a:r>
              <a:rPr sz="2175" b="1">
                <a:solidFill>
                  <a:srgbClr val="4C1D95"/>
                </a:solidFill>
                <a:latin typeface="Segoe UI"/>
                <a:ea typeface="Segoe UI"/>
                <a:cs typeface="Segoe UI"/>
              </a:rPr>
              <a:t>Flutter</a:t>
            </a:r>
          </a:p>
        </p:txBody>
      </p:sp>
      <p:sp>
        <p:nvSpPr>
          <p:cNvPr id="17" name="Text Placeholder 16">
            <a:extLst>
              <a:ext uri="{FF2B5EF4-FFF2-40B4-BE49-F238E27FC236}">
                <ns2:creationId id="{88605DFA-C810-BB6C-3C24-829EC7D93322}"/>
              </a:ext>
            </a:extLst>
          </p:cNvPr>
          <p:cNvSpPr>
            <a:spLocks noGrp="1"/>
          </p:cNvSpPr>
          <p:nvPr>
            <p:ph type="body" idx="12"/>
          </p:nvPr>
        </p:nvSpPr>
        <p:spPr>
          <a:xfrm>
            <a:off x="3544538" y="2838450"/>
            <a:ext cx="2171700" cy="419100"/>
          </a:xfrm>
        </p:spPr>
        <p:txBody>
          <a:bodyPr wrap="square" lIns="0" tIns="0" rIns="0" bIns="0" anchor="t">
            <a:noAutofit/>
          </a:bodyPr>
          <a:lstStyle>
            <a:defPPr algn="ctr">
              <a:defRPr sz="2175" b="1">
                <a:solidFill>
                  <a:srgbClr val="4C1D95"/>
                </a:solidFill>
                <a:latin typeface="Segoe UI"/>
                <a:ea typeface="Segoe UI"/>
                <a:cs typeface="Segoe UI"/>
              </a:defRPr>
            </a:defPPr>
          </a:lstStyle>
          <a:p>
            <a:pPr marL="0" marR="0" lvl="0" indent="0" algn="ctr" defTabSz="914400">
              <a:lnSpc>
                <a:spcPct val="108000"/>
              </a:lnSpc>
              <a:spcBef>
                <a:spcPts val="0"/>
              </a:spcBef>
              <a:spcAft>
                <a:spcPts val="800"/>
              </a:spcAft>
              <a:buClrTx/>
              <a:buSzTx/>
              <a:buFont typeface="Arial"/>
              <a:buNone/>
              <a:defRPr sz="2175" b="1">
                <a:solidFill>
                  <a:srgbClr val="4C1D95"/>
                </a:solidFill>
                <a:latin typeface="Segoe UI"/>
                <a:ea typeface="Segoe UI"/>
                <a:cs typeface="Segoe UI"/>
              </a:defRPr>
            </a:pPr>
            <a:r>
              <a:rPr sz="2175" b="1" i="0" u="none" strike="noStrike" cap="none" spc="0" baseline="0">
                <a:ln>
                  <a:noFill/>
                </a:ln>
                <a:solidFill>
                  <a:srgbClr val="4C1D95"/>
                </a:solidFill>
                <a:latin typeface="Segoe UI"/>
                <a:ea typeface="Segoe UI"/>
                <a:cs typeface="Segoe UI"/>
              </a:rPr>
              <a:t>Dart</a:t>
            </a:r>
          </a:p>
        </p:txBody>
      </p:sp>
      <p:sp>
        <p:nvSpPr>
          <p:cNvPr id="18" name="Content Placeholder 17">
            <a:extLst>
              <a:ext uri="{FF2B5EF4-FFF2-40B4-BE49-F238E27FC236}">
                <ns2:creationId id="{92FDC1FF-2A9F-386F-4FAC-628138F5E290}"/>
              </a:ext>
            </a:extLst>
          </p:cNvPr>
          <p:cNvSpPr>
            <a:spLocks noGrp="1"/>
          </p:cNvSpPr>
          <p:nvPr>
            <p:ph idx="13"/>
          </p:nvPr>
        </p:nvSpPr>
        <p:spPr>
          <a:xfrm>
            <a:off x="6473952" y="2838450"/>
            <a:ext cx="2171700" cy="419100"/>
          </a:xfrm>
        </p:spPr>
        <p:txBody>
          <a:bodyPr wrap="square" lIns="0" tIns="0" rIns="0" bIns="0" anchor="t">
            <a:noAutofit/>
          </a:bodyPr>
          <a:lstStyle>
            <a:defPPr algn="ctr">
              <a:defRPr sz="2175" b="1">
                <a:solidFill>
                  <a:srgbClr val="4C1D95"/>
                </a:solidFill>
                <a:latin typeface="Segoe UI"/>
                <a:ea typeface="Segoe UI"/>
                <a:cs typeface="Segoe UI"/>
              </a:defRPr>
            </a:defPPr>
          </a:lstStyle>
          <a:p>
            <a:pPr marL="0" marR="0" lvl="0" indent="0" algn="ctr" defTabSz="914400">
              <a:lnSpc>
                <a:spcPct val="108000"/>
              </a:lnSpc>
              <a:spcBef>
                <a:spcPts val="0"/>
              </a:spcBef>
              <a:spcAft>
                <a:spcPts val="800"/>
              </a:spcAft>
              <a:buClrTx/>
              <a:buSzTx/>
              <a:buFont typeface="Arial"/>
              <a:buNone/>
              <a:defRPr sz="2175" b="1">
                <a:solidFill>
                  <a:srgbClr val="4C1D95"/>
                </a:solidFill>
                <a:latin typeface="Segoe UI"/>
                <a:ea typeface="Segoe UI"/>
                <a:cs typeface="Segoe UI"/>
              </a:defRPr>
            </a:pPr>
            <a:r>
              <a:rPr sz="2175" b="1" i="0" u="none" strike="noStrike" cap="none" spc="0" baseline="0">
                <a:ln>
                  <a:noFill/>
                </a:ln>
                <a:solidFill>
                  <a:srgbClr val="4C1D95"/>
                </a:solidFill>
                <a:latin typeface="Segoe UI"/>
                <a:ea typeface="Segoe UI"/>
                <a:cs typeface="Segoe UI"/>
              </a:rPr>
              <a:t>Git</a:t>
            </a:r>
          </a:p>
        </p:txBody>
      </p:sp>
      <p:sp>
        <p:nvSpPr>
          <p:cNvPr id="19" name="Text Placeholder 18">
            <a:extLst>
              <a:ext uri="{FF2B5EF4-FFF2-40B4-BE49-F238E27FC236}">
                <ns2:creationId id="{5C2F1B00-B28B-9F1D-8CDD-3C4B2DE34D3E}"/>
              </a:ext>
            </a:extLst>
          </p:cNvPr>
          <p:cNvSpPr>
            <a:spLocks noGrp="1"/>
          </p:cNvSpPr>
          <p:nvPr>
            <p:ph type="body" idx="14"/>
          </p:nvPr>
        </p:nvSpPr>
        <p:spPr>
          <a:xfrm>
            <a:off x="9415272" y="2838450"/>
            <a:ext cx="2171700" cy="419100"/>
          </a:xfrm>
        </p:spPr>
        <p:txBody>
          <a:bodyPr wrap="square" lIns="0" tIns="0" rIns="0" bIns="0" anchor="t">
            <a:noAutofit/>
          </a:bodyPr>
          <a:lstStyle>
            <a:defPPr algn="ctr">
              <a:defRPr sz="2175" b="1">
                <a:solidFill>
                  <a:srgbClr val="4C1D95"/>
                </a:solidFill>
                <a:latin typeface="Segoe UI"/>
                <a:ea typeface="Segoe UI"/>
                <a:cs typeface="Segoe UI"/>
              </a:defRPr>
            </a:defPPr>
          </a:lstStyle>
          <a:p>
            <a:pPr marL="0" marR="0" lvl="0" indent="0" algn="ctr" defTabSz="914400">
              <a:lnSpc>
                <a:spcPct val="108000"/>
              </a:lnSpc>
              <a:spcBef>
                <a:spcPts val="0"/>
              </a:spcBef>
              <a:spcAft>
                <a:spcPts val="800"/>
              </a:spcAft>
              <a:buClrTx/>
              <a:buSzTx/>
              <a:buFont typeface="Arial"/>
              <a:buNone/>
              <a:defRPr sz="2175" b="1">
                <a:solidFill>
                  <a:srgbClr val="4C1D95"/>
                </a:solidFill>
                <a:latin typeface="Segoe UI"/>
                <a:ea typeface="Segoe UI"/>
                <a:cs typeface="Segoe UI"/>
              </a:defRPr>
            </a:pPr>
            <a:r>
              <a:rPr sz="2175" b="1" i="0" u="none" strike="noStrike" cap="none" spc="0" baseline="0">
                <a:ln>
                  <a:noFill/>
                </a:ln>
                <a:solidFill>
                  <a:srgbClr val="4C1D95"/>
                </a:solidFill>
                <a:latin typeface="Segoe UI"/>
                <a:ea typeface="Segoe UI"/>
                <a:cs typeface="Segoe UI"/>
              </a:rPr>
              <a:t>GitHub</a:t>
            </a:r>
          </a:p>
        </p:txBody>
      </p:sp>
      <p:sp>
        <p:nvSpPr>
          <p:cNvPr id="23" name="Footer Placeholder 22">
            <a:extLst>
              <a:ext uri="{FF2B5EF4-FFF2-40B4-BE49-F238E27FC236}">
                <ns2:creationId id="{F79DC580-131D-75FB-A6FF-8B8F19953266}"/>
              </a:ext>
            </a:extLst>
          </p:cNvPr>
          <p:cNvSpPr>
            <a:spLocks noGrp="1"/>
          </p:cNvSpPr>
          <p:nvPr>
            <p:ph type="ftr" idx="3"/>
          </p:nvPr>
        </p:nvSpPr>
        <p:spPr>
          <a:xfrm>
            <a:off x="393668" y="6279928"/>
            <a:ext cx="3568732" cy="241268"/>
          </a:xfrm>
        </p:spPr>
        <p:txBody>
          <a:bodyPr wrap="square" lIns="0" tIns="0" rIns="0" bIns="0" anchor="t">
            <a:noAutofit/>
          </a:bodyPr>
          <a:lstStyle>
            <a:defPPr algn="l">
              <a:defRPr sz="1125" b="0">
                <a:solidFill>
                  <a:srgbClr val="796A8D"/>
                </a:solidFill>
                <a:latin typeface="Segoe UI"/>
                <a:ea typeface="Segoe UI"/>
                <a:cs typeface="Segoe UI"/>
              </a:defRPr>
            </a:defPPr>
          </a:lstStyle>
          <a:p>
            <a:pPr algn="l">
              <a:lnSpc>
                <a:spcPct val="108000"/>
              </a:lnSpc>
              <a:buNone/>
              <a:defRPr sz="1125" b="0">
                <a:solidFill>
                  <a:srgbClr val="796A8D"/>
                </a:solidFill>
                <a:latin typeface="Segoe UI"/>
                <a:ea typeface="Segoe UI"/>
                <a:cs typeface="Segoe UI"/>
              </a:defRPr>
            </a:pPr>
            <a:r>
              <a:rPr sz="1125" b="0">
                <a:solidFill>
                  <a:srgbClr val="796A8D"/>
                </a:solidFill>
                <a:latin typeface="Segoe UI"/>
                <a:ea typeface="Segoe UI"/>
                <a:cs typeface="Segoe UI"/>
              </a:rPr>
              <a:t>Dáreje</a:t>
            </a:r>
            <a:endParaRPr sz="1100"/>
          </a:p>
        </p:txBody>
      </p:sp>
      <p:sp>
        <p:nvSpPr>
          <p:cNvPr id="8" name="Slide Number Placeholder 7">
            <a:extLst>
              <a:ext uri="{FF2B5EF4-FFF2-40B4-BE49-F238E27FC236}">
                <ns2:creationId id="{43D8131C-4637-3473-C20E-BA4F59F9110F}"/>
              </a:ext>
            </a:extLst>
          </p:cNvPr>
          <p:cNvSpPr>
            <a:spLocks noGrp="1"/>
          </p:cNvSpPr>
          <p:nvPr>
            <p:ph type="sldNum" idx="4"/>
          </p:nvPr>
        </p:nvSpPr>
        <p:spPr>
          <a:xfrm>
            <a:off x="11279315" y="6279261"/>
            <a:ext cx="518922" cy="241268"/>
          </a:xfrm>
        </p:spPr>
        <p:txBody>
          <a:bodyPr wrap="square" lIns="0" tIns="0" rIns="0" bIns="0" anchor="t">
            <a:noAutofit/>
          </a:bodyPr>
          <a:lstStyle>
            <a:defPPr algn="r">
              <a:defRPr sz="1125" b="0">
                <a:solidFill>
                  <a:srgbClr val="796A8D"/>
                </a:solidFill>
                <a:latin typeface="Segoe UI"/>
                <a:ea typeface="Segoe UI"/>
                <a:cs typeface="Segoe UI"/>
              </a:defRPr>
            </a:defPPr>
          </a:lstStyle>
          <a:p>
            <a:pPr algn="r">
              <a:lnSpc>
                <a:spcPct val="108000"/>
              </a:lnSpc>
              <a:buNone/>
              <a:defRPr sz="1125" b="0">
                <a:solidFill>
                  <a:srgbClr val="796A8D"/>
                </a:solidFill>
                <a:latin typeface="Segoe UI"/>
                <a:ea typeface="Segoe UI"/>
                <a:cs typeface="Segoe UI"/>
              </a:defRPr>
            </a:pPr>
            <a:fld id="{F9970F6C-59B2-055B-5132-2DC31A7003A7}" type="slidenum">
              <a:rPr sz="1125" b="0">
                <a:solidFill>
                  <a:srgbClr val="796A8D"/>
                </a:solidFill>
                <a:latin typeface="Segoe UI"/>
                <a:ea typeface="Segoe UI"/>
                <a:cs typeface="Segoe UI"/>
              </a:rPr>
              <a:t>04</a:t>
            </a:fld>
            <a:endParaRPr sz="1100"/>
          </a:p>
        </p:txBody>
      </p:sp>
      <p:pic>
        <p:nvPicPr>
          <p:cNvPr id="24" name="">
            <a:extLst>
              <a:ext uri="{FF2B5EF4-FFF2-40B4-BE49-F238E27FC236}">
                <ns2:creationId id="{9FBDF496-8CFF-4E54-97B1-735ECFB7531D}"/>
              </a:ext>
            </a:extLst>
          </p:cNvPr>
          <p:cNvPicPr>
            <a:picLocks noChangeAspect="1"/>
          </p:cNvPicPr>
          <p:nvPr/>
        </p:nvPicPr>
        <p:blipFill>
          <a:blip r:embed="R826660661c404883"/>
          <a:stretch/>
        </p:blipFill>
        <p:spPr>
          <a:xfrm>
            <a:off x="1381810" y="1905000"/>
            <a:ext cx="614516" cy="762000"/>
          </a:xfrm>
          <a:prstGeom prst="rect">
            <a:avLst/>
          </a:prstGeom>
        </p:spPr>
      </p:pic>
      <p:sp>
        <p:nvSpPr>
          <p:cNvPr id="25" name="">
            <a:extLst>
              <a:ext uri="{FF2B5EF4-FFF2-40B4-BE49-F238E27FC236}">
                <ns2:creationId id="{327FCF4A-F04F-4BAF-B538-999E5DE00A0E}"/>
              </a:ext>
            </a:extLst>
          </p:cNvPr>
          <p:cNvSpPr>
            <a:spLocks noGrp="1"/>
          </p:cNvSpPr>
          <p:nvPr/>
        </p:nvSpPr>
        <p:spPr>
          <a:xfrm>
            <a:off x="603218" y="3333750"/>
            <a:ext cx="2171700" cy="657225"/>
          </a:xfrm>
          <a:prstGeom prst="rect">
            <a:avLst/>
          </a:prstGeom>
          <a:noFill/>
          <a:ln w="0">
            <a:noFill/>
            <a:prstDash val="solid"/>
          </a:ln>
        </p:spPr>
        <p:txBody>
          <a:bodyPr wrap="square" lIns="0" tIns="0" rIns="0" bIns="0" anchor="t">
            <a:noAutofit/>
          </a:bodyPr>
          <a:lstStyle>
            <a:defPPr algn="ctr">
              <a:defRPr sz="1725" b="0">
                <a:solidFill>
                  <a:srgbClr val="796A8D"/>
                </a:solidFill>
                <a:latin typeface="Segoe UI"/>
                <a:ea typeface="Segoe UI"/>
                <a:cs typeface="Segoe UI"/>
              </a:defRPr>
            </a:defPPr>
          </a:lstStyle>
          <a:p>
            <a:pPr algn="ctr">
              <a:lnSpc>
                <a:spcPct val="108000"/>
              </a:lnSpc>
              <a:buNone/>
              <a:defRPr sz="1725" b="0">
                <a:solidFill>
                  <a:srgbClr val="796A8D"/>
                </a:solidFill>
                <a:latin typeface="Segoe UI"/>
                <a:ea typeface="Segoe UI"/>
                <a:cs typeface="Segoe UI"/>
              </a:defRPr>
            </a:pPr>
            <a:r>
              <a:rPr sz="1725" b="0">
                <a:solidFill>
                  <a:srgbClr val="796A8D"/>
                </a:solidFill>
                <a:latin typeface="Segoe UI"/>
                <a:ea typeface="Segoe UI"/>
                <a:cs typeface="Segoe UI"/>
              </a:rPr>
              <a:t>Мобильді</a:t>
            </a:r>
          </a:p>
          <a:p>
            <a:pPr algn="ctr">
              <a:lnSpc>
                <a:spcPct val="108000"/>
              </a:lnSpc>
              <a:buNone/>
              <a:defRPr sz="1725" b="0">
                <a:solidFill>
                  <a:srgbClr val="796A8D"/>
                </a:solidFill>
                <a:latin typeface="Segoe UI"/>
                <a:ea typeface="Segoe UI"/>
                <a:cs typeface="Segoe UI"/>
              </a:defRPr>
            </a:pPr>
            <a:r>
              <a:rPr sz="1725" b="0">
                <a:solidFill>
                  <a:srgbClr val="796A8D"/>
                </a:solidFill>
                <a:latin typeface="Segoe UI"/>
                <a:ea typeface="Segoe UI"/>
                <a:cs typeface="Segoe UI"/>
              </a:rPr>
              <a:t>интерфейс</a:t>
            </a:r>
          </a:p>
        </p:txBody>
      </p:sp>
      <p:pic>
        <p:nvPicPr>
          <p:cNvPr id="26" name="">
            <a:extLst>
              <a:ext uri="{FF2B5EF4-FFF2-40B4-BE49-F238E27FC236}">
                <ns2:creationId id="{691DEAC2-B8FC-4616-BBAC-09C3107F2CA6}"/>
              </a:ext>
            </a:extLst>
          </p:cNvPr>
          <p:cNvPicPr>
            <a:picLocks noChangeAspect="1"/>
          </p:cNvPicPr>
          <p:nvPr/>
        </p:nvPicPr>
        <p:blipFill>
          <a:blip r:embed="R718a9853442847b1"/>
          <a:stretch/>
        </p:blipFill>
        <p:spPr>
          <a:xfrm>
            <a:off x="4249388" y="1905000"/>
            <a:ext cx="762000" cy="762000"/>
          </a:xfrm>
          <a:prstGeom prst="rect">
            <a:avLst/>
          </a:prstGeom>
        </p:spPr>
      </p:pic>
      <p:sp>
        <p:nvSpPr>
          <p:cNvPr id="27" name="">
            <a:extLst>
              <a:ext uri="{FF2B5EF4-FFF2-40B4-BE49-F238E27FC236}">
                <ns2:creationId id="{91ED7787-3164-49AF-8949-6A4866048252}"/>
              </a:ext>
            </a:extLst>
          </p:cNvPr>
          <p:cNvSpPr>
            <a:spLocks noGrp="1"/>
          </p:cNvSpPr>
          <p:nvPr/>
        </p:nvSpPr>
        <p:spPr>
          <a:xfrm>
            <a:off x="3544538" y="3333750"/>
            <a:ext cx="2171700" cy="657225"/>
          </a:xfrm>
          <a:prstGeom prst="rect">
            <a:avLst/>
          </a:prstGeom>
          <a:noFill/>
          <a:ln w="0">
            <a:noFill/>
            <a:prstDash val="solid"/>
          </a:ln>
        </p:spPr>
        <p:txBody>
          <a:bodyPr wrap="square" lIns="0" tIns="0" rIns="0" bIns="0" anchor="t">
            <a:noAutofit/>
          </a:bodyPr>
          <a:lstStyle>
            <a:defPPr algn="ctr">
              <a:defRPr sz="1725" b="0">
                <a:solidFill>
                  <a:srgbClr val="796A8D"/>
                </a:solidFill>
                <a:latin typeface="Segoe UI"/>
                <a:ea typeface="Segoe UI"/>
                <a:cs typeface="Segoe UI"/>
              </a:defRPr>
            </a:defPPr>
          </a:lstStyle>
          <a:p>
            <a:pPr algn="ctr">
              <a:lnSpc>
                <a:spcPct val="108000"/>
              </a:lnSpc>
              <a:buNone/>
              <a:defRPr sz="1725" b="0">
                <a:solidFill>
                  <a:srgbClr val="796A8D"/>
                </a:solidFill>
                <a:latin typeface="Segoe UI"/>
                <a:ea typeface="Segoe UI"/>
                <a:cs typeface="Segoe UI"/>
              </a:defRPr>
            </a:pPr>
            <a:r>
              <a:rPr sz="1725" b="0">
                <a:solidFill>
                  <a:srgbClr val="796A8D"/>
                </a:solidFill>
                <a:latin typeface="Segoe UI"/>
                <a:ea typeface="Segoe UI"/>
                <a:cs typeface="Segoe UI"/>
              </a:rPr>
              <a:t>Қосымшаның</a:t>
            </a:r>
          </a:p>
          <a:p>
            <a:pPr algn="ctr">
              <a:lnSpc>
                <a:spcPct val="108000"/>
              </a:lnSpc>
              <a:buNone/>
              <a:defRPr sz="1725" b="0">
                <a:solidFill>
                  <a:srgbClr val="796A8D"/>
                </a:solidFill>
                <a:latin typeface="Segoe UI"/>
                <a:ea typeface="Segoe UI"/>
                <a:cs typeface="Segoe UI"/>
              </a:defRPr>
            </a:pPr>
            <a:r>
              <a:rPr sz="1725" b="0">
                <a:solidFill>
                  <a:srgbClr val="796A8D"/>
                </a:solidFill>
                <a:latin typeface="Segoe UI"/>
                <a:ea typeface="Segoe UI"/>
                <a:cs typeface="Segoe UI"/>
              </a:rPr>
              <a:t>логикасы</a:t>
            </a:r>
          </a:p>
        </p:txBody>
      </p:sp>
      <p:pic>
        <p:nvPicPr>
          <p:cNvPr id="28" name="">
            <a:extLst>
              <a:ext uri="{FF2B5EF4-FFF2-40B4-BE49-F238E27FC236}">
                <ns2:creationId id="{6918B228-E0FB-428B-AF2E-E748E95CFCF1}"/>
              </a:ext>
            </a:extLst>
          </p:cNvPr>
          <p:cNvPicPr>
            <a:picLocks noChangeAspect="1"/>
          </p:cNvPicPr>
          <p:nvPr/>
        </p:nvPicPr>
        <p:blipFill>
          <a:blip r:embed="Rfbec3cbb1acb44fc"/>
          <a:stretch/>
        </p:blipFill>
        <p:spPr>
          <a:xfrm>
            <a:off x="7178802" y="1905000"/>
            <a:ext cx="762000" cy="762000"/>
          </a:xfrm>
          <a:prstGeom prst="rect">
            <a:avLst/>
          </a:prstGeom>
        </p:spPr>
      </p:pic>
      <p:sp>
        <p:nvSpPr>
          <p:cNvPr id="29" name="">
            <a:extLst>
              <a:ext uri="{FF2B5EF4-FFF2-40B4-BE49-F238E27FC236}">
                <ns2:creationId id="{F136E352-C7F6-479F-9B19-DA31F79D425C}"/>
              </a:ext>
            </a:extLst>
          </p:cNvPr>
          <p:cNvSpPr>
            <a:spLocks noGrp="1"/>
          </p:cNvSpPr>
          <p:nvPr/>
        </p:nvSpPr>
        <p:spPr>
          <a:xfrm>
            <a:off x="6473952" y="3333750"/>
            <a:ext cx="2171700" cy="657225"/>
          </a:xfrm>
          <a:prstGeom prst="rect">
            <a:avLst/>
          </a:prstGeom>
          <a:noFill/>
          <a:ln w="0">
            <a:noFill/>
            <a:prstDash val="solid"/>
          </a:ln>
        </p:spPr>
        <p:txBody>
          <a:bodyPr wrap="square" lIns="0" tIns="0" rIns="0" bIns="0" anchor="t">
            <a:noAutofit/>
          </a:bodyPr>
          <a:lstStyle>
            <a:defPPr algn="ctr">
              <a:defRPr sz="1725" b="0">
                <a:solidFill>
                  <a:srgbClr val="796A8D"/>
                </a:solidFill>
                <a:latin typeface="Segoe UI"/>
                <a:ea typeface="Segoe UI"/>
                <a:cs typeface="Segoe UI"/>
              </a:defRPr>
            </a:defPPr>
          </a:lstStyle>
          <a:p>
            <a:pPr algn="ctr">
              <a:lnSpc>
                <a:spcPct val="108000"/>
              </a:lnSpc>
              <a:buNone/>
              <a:defRPr sz="1725" b="0">
                <a:solidFill>
                  <a:srgbClr val="796A8D"/>
                </a:solidFill>
                <a:latin typeface="Segoe UI"/>
                <a:ea typeface="Segoe UI"/>
                <a:cs typeface="Segoe UI"/>
              </a:defRPr>
            </a:pPr>
            <a:r>
              <a:rPr sz="1725" b="0">
                <a:solidFill>
                  <a:srgbClr val="796A8D"/>
                </a:solidFill>
                <a:latin typeface="Segoe UI"/>
                <a:ea typeface="Segoe UI"/>
                <a:cs typeface="Segoe UI"/>
              </a:rPr>
              <a:t>Нұсқаларды</a:t>
            </a:r>
          </a:p>
          <a:p>
            <a:pPr algn="ctr">
              <a:lnSpc>
                <a:spcPct val="108000"/>
              </a:lnSpc>
              <a:buNone/>
              <a:defRPr sz="1725" b="0">
                <a:solidFill>
                  <a:srgbClr val="796A8D"/>
                </a:solidFill>
                <a:latin typeface="Segoe UI"/>
                <a:ea typeface="Segoe UI"/>
                <a:cs typeface="Segoe UI"/>
              </a:defRPr>
            </a:pPr>
            <a:r>
              <a:rPr sz="1725" b="0">
                <a:solidFill>
                  <a:srgbClr val="796A8D"/>
                </a:solidFill>
                <a:latin typeface="Segoe UI"/>
                <a:ea typeface="Segoe UI"/>
                <a:cs typeface="Segoe UI"/>
              </a:rPr>
              <a:t>басқару</a:t>
            </a:r>
          </a:p>
        </p:txBody>
      </p:sp>
      <p:pic>
        <p:nvPicPr>
          <p:cNvPr id="30" name="">
            <a:extLst>
              <a:ext uri="{FF2B5EF4-FFF2-40B4-BE49-F238E27FC236}">
                <ns2:creationId id="{A1C8C37B-AE68-43A7-ADF0-EF28F2B4AC72}"/>
              </a:ext>
            </a:extLst>
          </p:cNvPr>
          <p:cNvPicPr>
            <a:picLocks noChangeAspect="1"/>
          </p:cNvPicPr>
          <p:nvPr/>
        </p:nvPicPr>
        <p:blipFill>
          <a:blip r:embed="R3ad6ab5b49bc4cee"/>
          <a:stretch/>
        </p:blipFill>
        <p:spPr>
          <a:xfrm>
            <a:off x="10120122" y="1912776"/>
            <a:ext cx="762000" cy="746449"/>
          </a:xfrm>
          <a:prstGeom prst="rect">
            <a:avLst/>
          </a:prstGeom>
        </p:spPr>
      </p:pic>
      <p:sp>
        <p:nvSpPr>
          <p:cNvPr id="31" name="">
            <a:extLst>
              <a:ext uri="{FF2B5EF4-FFF2-40B4-BE49-F238E27FC236}">
                <ns2:creationId id="{B21A81EA-5D4E-4F5A-AA84-17E78C5E3440}"/>
              </a:ext>
            </a:extLst>
          </p:cNvPr>
          <p:cNvSpPr>
            <a:spLocks noGrp="1"/>
          </p:cNvSpPr>
          <p:nvPr/>
        </p:nvSpPr>
        <p:spPr>
          <a:xfrm>
            <a:off x="9415272" y="3333750"/>
            <a:ext cx="2171700" cy="657225"/>
          </a:xfrm>
          <a:prstGeom prst="rect">
            <a:avLst/>
          </a:prstGeom>
          <a:noFill/>
          <a:ln w="0">
            <a:noFill/>
            <a:prstDash val="solid"/>
          </a:ln>
        </p:spPr>
        <p:txBody>
          <a:bodyPr wrap="square" lIns="0" tIns="0" rIns="0" bIns="0" anchor="t">
            <a:noAutofit/>
          </a:bodyPr>
          <a:lstStyle>
            <a:defPPr algn="ctr">
              <a:defRPr sz="1725" b="0">
                <a:solidFill>
                  <a:srgbClr val="796A8D"/>
                </a:solidFill>
                <a:latin typeface="Segoe UI"/>
                <a:ea typeface="Segoe UI"/>
                <a:cs typeface="Segoe UI"/>
              </a:defRPr>
            </a:defPPr>
          </a:lstStyle>
          <a:p>
            <a:pPr algn="ctr">
              <a:lnSpc>
                <a:spcPct val="108000"/>
              </a:lnSpc>
              <a:buNone/>
              <a:defRPr sz="1725" b="0">
                <a:solidFill>
                  <a:srgbClr val="796A8D"/>
                </a:solidFill>
                <a:latin typeface="Segoe UI"/>
                <a:ea typeface="Segoe UI"/>
                <a:cs typeface="Segoe UI"/>
              </a:defRPr>
            </a:pPr>
            <a:r>
              <a:rPr sz="1725" b="0">
                <a:solidFill>
                  <a:srgbClr val="796A8D"/>
                </a:solidFill>
                <a:latin typeface="Segoe UI"/>
                <a:ea typeface="Segoe UI"/>
                <a:cs typeface="Segoe UI"/>
              </a:rPr>
              <a:t>Репозиторийді</a:t>
            </a:r>
          </a:p>
          <a:p>
            <a:pPr algn="ctr">
              <a:lnSpc>
                <a:spcPct val="108000"/>
              </a:lnSpc>
              <a:buNone/>
              <a:defRPr sz="1725" b="0">
                <a:solidFill>
                  <a:srgbClr val="796A8D"/>
                </a:solidFill>
                <a:latin typeface="Segoe UI"/>
                <a:ea typeface="Segoe UI"/>
                <a:cs typeface="Segoe UI"/>
              </a:defRPr>
            </a:pPr>
            <a:r>
              <a:rPr sz="1725" b="0">
                <a:solidFill>
                  <a:srgbClr val="796A8D"/>
                </a:solidFill>
                <a:latin typeface="Segoe UI"/>
                <a:ea typeface="Segoe UI"/>
                <a:cs typeface="Segoe UI"/>
              </a:rPr>
              <a:t>сақтау</a:t>
            </a:r>
          </a:p>
        </p:txBody>
      </p:sp>
      <p:sp>
        <p:nvSpPr>
          <p:cNvPr id="32" name="">
            <a:extLst>
              <a:ext uri="{FF2B5EF4-FFF2-40B4-BE49-F238E27FC236}">
                <ns2:creationId id="{EC46E56A-49A5-463D-BAD9-2E3B59F8ECF6}"/>
              </a:ext>
            </a:extLst>
          </p:cNvPr>
          <p:cNvSpPr>
            <a:spLocks noGrp="1"/>
          </p:cNvSpPr>
          <p:nvPr/>
        </p:nvSpPr>
        <p:spPr>
          <a:xfrm>
            <a:off x="400050" y="4514850"/>
            <a:ext cx="11401425" cy="295275"/>
          </a:xfrm>
          <a:prstGeom prst="rect">
            <a:avLst/>
          </a:prstGeom>
          <a:noFill/>
          <a:ln w="0">
            <a:noFill/>
            <a:prstDash val="solid"/>
          </a:ln>
        </p:spPr>
        <p:txBody>
          <a:bodyPr wrap="square" lIns="0" tIns="0" rIns="0" bIns="0" anchor="t">
            <a:noAutofit/>
          </a:bodyPr>
          <a:lstStyle>
            <a:defPPr algn="l">
              <a:defRPr sz="1275" b="1">
                <a:solidFill>
                  <a:srgbClr val="7C3AED"/>
                </a:solidFill>
                <a:latin typeface="Segoe UI"/>
                <a:ea typeface="Segoe UI"/>
                <a:cs typeface="Segoe UI"/>
              </a:defRPr>
            </a:defPPr>
          </a:lstStyle>
          <a:p>
            <a:pPr algn="l">
              <a:lnSpc>
                <a:spcPct val="108000"/>
              </a:lnSpc>
              <a:buNone/>
              <a:defRPr sz="1275" b="1">
                <a:solidFill>
                  <a:srgbClr val="7C3AED"/>
                </a:solidFill>
                <a:latin typeface="Segoe UI"/>
                <a:ea typeface="Segoe UI"/>
                <a:cs typeface="Segoe UI"/>
              </a:defRPr>
            </a:pPr>
            <a:r>
              <a:rPr sz="1275" b="1">
                <a:solidFill>
                  <a:srgbClr val="7C3AED"/>
                </a:solidFill>
                <a:latin typeface="Segoe UI"/>
                <a:ea typeface="Segoe UI"/>
                <a:cs typeface="Segoe UI"/>
              </a:rPr>
              <a:t>ЖОБАНЫҢ ҚЫСҚАША АРХИТЕКТУРАСЫ</a:t>
            </a:r>
          </a:p>
        </p:txBody>
      </p:sp>
      <p:sp>
        <p:nvSpPr>
          <p:cNvPr id="33" name="">
            <a:extLst>
              <a:ext uri="{FF2B5EF4-FFF2-40B4-BE49-F238E27FC236}">
                <ns2:creationId id="{412E21D1-7FBD-4659-B6AA-BE0EE2A31C2A}"/>
              </a:ext>
            </a:extLst>
          </p:cNvPr>
          <p:cNvSpPr>
            <a:spLocks noGrp="1"/>
          </p:cNvSpPr>
          <p:nvPr/>
        </p:nvSpPr>
        <p:spPr>
          <a:xfrm>
            <a:off x="400050" y="4991100"/>
            <a:ext cx="3568732" cy="914400"/>
          </a:xfrm>
          <a:prstGeom prst="roundRect">
            <a:avLst>
              <a:gd name="adj" fmla="val 18750"/>
            </a:avLst>
          </a:prstGeom>
          <a:solidFill>
            <a:srgbClr val="FFFFFF"/>
          </a:solidFill>
          <a:ln w="9525">
            <a:solidFill>
              <a:srgbClr val="E8E0F7"/>
            </a:solidFill>
            <a:prstDash val="solid"/>
          </a:ln>
        </p:spPr>
      </p:sp>
      <p:sp>
        <p:nvSpPr>
          <p:cNvPr id="34" name="">
            <a:extLst>
              <a:ext uri="{FF2B5EF4-FFF2-40B4-BE49-F238E27FC236}">
                <ns2:creationId id="{75AB16F1-4DCB-415A-9E6C-8C08A4D98CDD}"/>
              </a:ext>
            </a:extLst>
          </p:cNvPr>
          <p:cNvSpPr>
            <a:spLocks noGrp="1"/>
          </p:cNvSpPr>
          <p:nvPr/>
        </p:nvSpPr>
        <p:spPr>
          <a:xfrm>
            <a:off x="609600" y="5153025"/>
            <a:ext cx="3143250" cy="304800"/>
          </a:xfrm>
          <a:prstGeom prst="rect">
            <a:avLst/>
          </a:prstGeom>
          <a:noFill/>
          <a:ln w="0">
            <a:noFill/>
            <a:prstDash val="solid"/>
          </a:ln>
        </p:spPr>
        <p:txBody>
          <a:bodyPr wrap="square" lIns="0" tIns="0" rIns="0" bIns="0" anchor="t">
            <a:noAutofit/>
          </a:bodyPr>
          <a:lstStyle>
            <a:defPPr algn="l">
              <a:defRPr sz="1800" b="1">
                <a:solidFill>
                  <a:srgbClr val="271443"/>
                </a:solidFill>
                <a:latin typeface="Segoe UI"/>
                <a:ea typeface="Segoe UI"/>
                <a:cs typeface="Segoe UI"/>
              </a:defRPr>
            </a:defPPr>
          </a:lstStyle>
          <a:p>
            <a:pPr algn="l">
              <a:lnSpc>
                <a:spcPct val="108000"/>
              </a:lnSpc>
              <a:buNone/>
              <a:defRPr sz="1800" b="1">
                <a:solidFill>
                  <a:srgbClr val="271443"/>
                </a:solidFill>
                <a:latin typeface="Segoe UI"/>
                <a:ea typeface="Segoe UI"/>
                <a:cs typeface="Segoe UI"/>
              </a:defRPr>
            </a:pPr>
            <a:r>
              <a:rPr sz="1800" b="1">
                <a:solidFill>
                  <a:srgbClr val="271443"/>
                </a:solidFill>
                <a:latin typeface="Segoe UI"/>
                <a:ea typeface="Segoe UI"/>
                <a:cs typeface="Segoe UI"/>
              </a:rPr>
              <a:t>Интерфейс</a:t>
            </a:r>
          </a:p>
        </p:txBody>
      </p:sp>
      <p:sp>
        <p:nvSpPr>
          <p:cNvPr id="35" name="">
            <a:extLst>
              <a:ext uri="{FF2B5EF4-FFF2-40B4-BE49-F238E27FC236}">
                <ns2:creationId id="{3C138DC2-2F68-4F32-A389-A3691DBC43B7}"/>
              </a:ext>
            </a:extLst>
          </p:cNvPr>
          <p:cNvSpPr>
            <a:spLocks noGrp="1"/>
          </p:cNvSpPr>
          <p:nvPr/>
        </p:nvSpPr>
        <p:spPr>
          <a:xfrm>
            <a:off x="609600" y="5514975"/>
            <a:ext cx="3143250" cy="266700"/>
          </a:xfrm>
          <a:prstGeom prst="rect">
            <a:avLst/>
          </a:prstGeom>
          <a:noFill/>
          <a:ln w="0">
            <a:noFill/>
            <a:prstDash val="solid"/>
          </a:ln>
        </p:spPr>
        <p:txBody>
          <a:bodyPr wrap="square" lIns="0" tIns="0" rIns="0" bIns="0" anchor="t">
            <a:noAutofit/>
          </a:bodyPr>
          <a:lstStyle>
            <a:defPPr algn="l">
              <a:defRPr sz="1425" b="0">
                <a:solidFill>
                  <a:srgbClr val="796A8D"/>
                </a:solidFill>
                <a:latin typeface="Segoe UI"/>
                <a:ea typeface="Segoe UI"/>
                <a:cs typeface="Segoe UI"/>
              </a:defRPr>
            </a:defPPr>
          </a:lstStyle>
          <a:p>
            <a:pPr algn="l">
              <a:lnSpc>
                <a:spcPct val="108000"/>
              </a:lnSpc>
              <a:buNone/>
              <a:defRPr sz="1425" b="0">
                <a:solidFill>
                  <a:srgbClr val="796A8D"/>
                </a:solidFill>
                <a:latin typeface="Segoe UI"/>
                <a:ea typeface="Segoe UI"/>
                <a:cs typeface="Segoe UI"/>
              </a:defRPr>
            </a:pPr>
            <a:r>
              <a:rPr sz="1425" b="0">
                <a:solidFill>
                  <a:srgbClr val="796A8D"/>
                </a:solidFill>
                <a:latin typeface="Segoe UI"/>
                <a:ea typeface="Segoe UI"/>
                <a:cs typeface="Segoe UI"/>
              </a:rPr>
              <a:t>Flutter экрандары</a:t>
            </a:r>
          </a:p>
        </p:txBody>
      </p:sp>
      <p:sp>
        <p:nvSpPr>
          <p:cNvPr id="36" name="Бағыт">
            <a:extLst>
              <a:ext uri="{FF2B5EF4-FFF2-40B4-BE49-F238E27FC236}">
                <ns2:creationId id="{E640B3E0-80BC-4949-A1F7-5CB2406FFD6D}"/>
              </a:ext>
            </a:extLst>
          </p:cNvPr>
          <p:cNvSpPr>
            <a:spLocks noGrp="1"/>
          </p:cNvSpPr>
          <p:nvPr/>
        </p:nvSpPr>
        <p:spPr>
          <a:xfrm>
            <a:off x="4067175" y="5362575"/>
            <a:ext cx="200025" cy="133350"/>
          </a:xfrm>
          <a:prstGeom prst="rightArrow">
            <a:avLst/>
          </a:prstGeom>
          <a:solidFill>
            <a:srgbClr val="7C3AED"/>
          </a:solidFill>
          <a:ln w="0">
            <a:noFill/>
          </a:ln>
        </p:spPr>
      </p:sp>
      <p:sp>
        <p:nvSpPr>
          <p:cNvPr id="37" name="">
            <a:extLst>
              <a:ext uri="{FF2B5EF4-FFF2-40B4-BE49-F238E27FC236}">
                <ns2:creationId id="{7789EA21-5F26-4FCF-B90A-D4AEDCC48693}"/>
              </a:ext>
            </a:extLst>
          </p:cNvPr>
          <p:cNvSpPr>
            <a:spLocks noGrp="1"/>
          </p:cNvSpPr>
          <p:nvPr/>
        </p:nvSpPr>
        <p:spPr>
          <a:xfrm>
            <a:off x="4311682" y="4991100"/>
            <a:ext cx="3568732" cy="914400"/>
          </a:xfrm>
          <a:prstGeom prst="roundRect">
            <a:avLst>
              <a:gd name="adj" fmla="val 18750"/>
            </a:avLst>
          </a:prstGeom>
          <a:solidFill>
            <a:srgbClr val="FFFFFF"/>
          </a:solidFill>
          <a:ln w="9525">
            <a:solidFill>
              <a:srgbClr val="E8E0F7"/>
            </a:solidFill>
            <a:prstDash val="solid"/>
          </a:ln>
        </p:spPr>
      </p:sp>
      <p:sp>
        <p:nvSpPr>
          <p:cNvPr id="38" name="">
            <a:extLst>
              <a:ext uri="{FF2B5EF4-FFF2-40B4-BE49-F238E27FC236}">
                <ns2:creationId id="{9616318F-E8DD-413A-A6EE-B741F70E5708}"/>
              </a:ext>
            </a:extLst>
          </p:cNvPr>
          <p:cNvSpPr>
            <a:spLocks noGrp="1"/>
          </p:cNvSpPr>
          <p:nvPr/>
        </p:nvSpPr>
        <p:spPr>
          <a:xfrm>
            <a:off x="4521232" y="5153025"/>
            <a:ext cx="3143250" cy="304800"/>
          </a:xfrm>
          <a:prstGeom prst="rect">
            <a:avLst/>
          </a:prstGeom>
          <a:noFill/>
          <a:ln w="0">
            <a:noFill/>
            <a:prstDash val="solid"/>
          </a:ln>
        </p:spPr>
        <p:txBody>
          <a:bodyPr wrap="square" lIns="0" tIns="0" rIns="0" bIns="0" anchor="t">
            <a:noAutofit/>
          </a:bodyPr>
          <a:lstStyle>
            <a:defPPr algn="l">
              <a:defRPr sz="1800" b="1">
                <a:solidFill>
                  <a:srgbClr val="271443"/>
                </a:solidFill>
                <a:latin typeface="Segoe UI"/>
                <a:ea typeface="Segoe UI"/>
                <a:cs typeface="Segoe UI"/>
              </a:defRPr>
            </a:defPPr>
          </a:lstStyle>
          <a:p>
            <a:pPr algn="l">
              <a:lnSpc>
                <a:spcPct val="108000"/>
              </a:lnSpc>
              <a:buNone/>
              <a:defRPr sz="1800" b="1">
                <a:solidFill>
                  <a:srgbClr val="271443"/>
                </a:solidFill>
                <a:latin typeface="Segoe UI"/>
                <a:ea typeface="Segoe UI"/>
                <a:cs typeface="Segoe UI"/>
              </a:defRPr>
            </a:pPr>
            <a:r>
              <a:rPr sz="1800" b="1">
                <a:solidFill>
                  <a:srgbClr val="271443"/>
                </a:solidFill>
                <a:latin typeface="Segoe UI"/>
                <a:ea typeface="Segoe UI"/>
                <a:cs typeface="Segoe UI"/>
              </a:rPr>
              <a:t>Есептеу қызметтері</a:t>
            </a:r>
          </a:p>
        </p:txBody>
      </p:sp>
      <p:sp>
        <p:nvSpPr>
          <p:cNvPr id="39" name="">
            <a:extLst>
              <a:ext uri="{FF2B5EF4-FFF2-40B4-BE49-F238E27FC236}">
                <ns2:creationId id="{6310429B-0AA4-4BBE-A836-EB8F3226DF80}"/>
              </a:ext>
            </a:extLst>
          </p:cNvPr>
          <p:cNvSpPr>
            <a:spLocks noGrp="1"/>
          </p:cNvSpPr>
          <p:nvPr/>
        </p:nvSpPr>
        <p:spPr>
          <a:xfrm>
            <a:off x="4521232" y="5514975"/>
            <a:ext cx="3143250" cy="266700"/>
          </a:xfrm>
          <a:prstGeom prst="rect">
            <a:avLst/>
          </a:prstGeom>
          <a:noFill/>
          <a:ln w="0">
            <a:noFill/>
            <a:prstDash val="solid"/>
          </a:ln>
        </p:spPr>
        <p:txBody>
          <a:bodyPr wrap="square" lIns="0" tIns="0" rIns="0" bIns="0" anchor="t">
            <a:noAutofit/>
          </a:bodyPr>
          <a:lstStyle>
            <a:defPPr algn="l">
              <a:defRPr sz="1425" b="0">
                <a:solidFill>
                  <a:srgbClr val="796A8D"/>
                </a:solidFill>
                <a:latin typeface="Segoe UI"/>
                <a:ea typeface="Segoe UI"/>
                <a:cs typeface="Segoe UI"/>
              </a:defRPr>
            </a:defPPr>
          </a:lstStyle>
          <a:p>
            <a:pPr algn="l">
              <a:lnSpc>
                <a:spcPct val="108000"/>
              </a:lnSpc>
              <a:buNone/>
              <a:defRPr sz="1425" b="0">
                <a:solidFill>
                  <a:srgbClr val="796A8D"/>
                </a:solidFill>
                <a:latin typeface="Segoe UI"/>
                <a:ea typeface="Segoe UI"/>
                <a:cs typeface="Segoe UI"/>
              </a:defRPr>
            </a:pPr>
            <a:r>
              <a:rPr sz="1425" b="0">
                <a:solidFill>
                  <a:srgbClr val="796A8D"/>
                </a:solidFill>
                <a:latin typeface="Segoe UI"/>
                <a:ea typeface="Segoe UI"/>
                <a:cs typeface="Segoe UI"/>
              </a:rPr>
              <a:t>Балл, рейтинг, симуляция</a:t>
            </a:r>
          </a:p>
        </p:txBody>
      </p:sp>
      <p:sp>
        <p:nvSpPr>
          <p:cNvPr id="40" name="Бағыт">
            <a:extLst>
              <a:ext uri="{FF2B5EF4-FFF2-40B4-BE49-F238E27FC236}">
                <ns2:creationId id="{DBF22ED4-0DF2-4A95-A832-AD15A41E5660}"/>
              </a:ext>
            </a:extLst>
          </p:cNvPr>
          <p:cNvSpPr>
            <a:spLocks noGrp="1"/>
          </p:cNvSpPr>
          <p:nvPr/>
        </p:nvSpPr>
        <p:spPr>
          <a:xfrm>
            <a:off x="7978807" y="5362575"/>
            <a:ext cx="200025" cy="133350"/>
          </a:xfrm>
          <a:prstGeom prst="rightArrow">
            <a:avLst/>
          </a:prstGeom>
          <a:solidFill>
            <a:srgbClr val="7C3AED"/>
          </a:solidFill>
          <a:ln w="0">
            <a:noFill/>
          </a:ln>
        </p:spPr>
      </p:sp>
      <p:sp>
        <p:nvSpPr>
          <p:cNvPr id="41" name="">
            <a:extLst>
              <a:ext uri="{FF2B5EF4-FFF2-40B4-BE49-F238E27FC236}">
                <ns2:creationId id="{B616996A-5B5F-4C6E-B22F-5BEBC54F122E}"/>
              </a:ext>
            </a:extLst>
          </p:cNvPr>
          <p:cNvSpPr>
            <a:spLocks noGrp="1"/>
          </p:cNvSpPr>
          <p:nvPr/>
        </p:nvSpPr>
        <p:spPr>
          <a:xfrm>
            <a:off x="8232267" y="4991100"/>
            <a:ext cx="3568732" cy="914400"/>
          </a:xfrm>
          <a:prstGeom prst="roundRect">
            <a:avLst>
              <a:gd name="adj" fmla="val 18750"/>
            </a:avLst>
          </a:prstGeom>
          <a:solidFill>
            <a:srgbClr val="FFFFFF"/>
          </a:solidFill>
          <a:ln w="9525">
            <a:solidFill>
              <a:srgbClr val="E8E0F7"/>
            </a:solidFill>
            <a:prstDash val="solid"/>
          </a:ln>
        </p:spPr>
      </p:sp>
      <p:sp>
        <p:nvSpPr>
          <p:cNvPr id="42" name="">
            <a:extLst>
              <a:ext uri="{FF2B5EF4-FFF2-40B4-BE49-F238E27FC236}">
                <ns2:creationId id="{7AC82B83-254F-4962-B01F-E81E7E0E3CB8}"/>
              </a:ext>
            </a:extLst>
          </p:cNvPr>
          <p:cNvSpPr>
            <a:spLocks noGrp="1"/>
          </p:cNvSpPr>
          <p:nvPr/>
        </p:nvSpPr>
        <p:spPr>
          <a:xfrm>
            <a:off x="8441817" y="5153025"/>
            <a:ext cx="3143250" cy="304800"/>
          </a:xfrm>
          <a:prstGeom prst="rect">
            <a:avLst/>
          </a:prstGeom>
          <a:noFill/>
          <a:ln w="0">
            <a:noFill/>
            <a:prstDash val="solid"/>
          </a:ln>
        </p:spPr>
        <p:txBody>
          <a:bodyPr wrap="square" lIns="0" tIns="0" rIns="0" bIns="0" anchor="t">
            <a:noAutofit/>
          </a:bodyPr>
          <a:lstStyle>
            <a:defPPr algn="l">
              <a:defRPr sz="1800" b="1">
                <a:solidFill>
                  <a:srgbClr val="271443"/>
                </a:solidFill>
                <a:latin typeface="Segoe UI"/>
                <a:ea typeface="Segoe UI"/>
                <a:cs typeface="Segoe UI"/>
              </a:defRPr>
            </a:defPPr>
          </a:lstStyle>
          <a:p>
            <a:pPr algn="l">
              <a:lnSpc>
                <a:spcPct val="108000"/>
              </a:lnSpc>
              <a:buNone/>
              <a:defRPr sz="1800" b="1">
                <a:solidFill>
                  <a:srgbClr val="271443"/>
                </a:solidFill>
                <a:latin typeface="Segoe UI"/>
                <a:ea typeface="Segoe UI"/>
                <a:cs typeface="Segoe UI"/>
              </a:defRPr>
            </a:pPr>
            <a:r>
              <a:rPr sz="1800" b="1">
                <a:solidFill>
                  <a:srgbClr val="271443"/>
                </a:solidFill>
                <a:latin typeface="Segoe UI"/>
                <a:ea typeface="Segoe UI"/>
                <a:cs typeface="Segoe UI"/>
              </a:rPr>
              <a:t>Жергілікті сақтау</a:t>
            </a:r>
          </a:p>
        </p:txBody>
      </p:sp>
      <p:sp>
        <p:nvSpPr>
          <p:cNvPr id="43" name="">
            <a:extLst>
              <a:ext uri="{FF2B5EF4-FFF2-40B4-BE49-F238E27FC236}">
                <ns2:creationId id="{8941A79E-8136-4DF8-9578-484D4882079E}"/>
              </a:ext>
            </a:extLst>
          </p:cNvPr>
          <p:cNvSpPr>
            <a:spLocks noGrp="1"/>
          </p:cNvSpPr>
          <p:nvPr/>
        </p:nvSpPr>
        <p:spPr>
          <a:xfrm>
            <a:off x="8441817" y="5514975"/>
            <a:ext cx="3143250" cy="266700"/>
          </a:xfrm>
          <a:prstGeom prst="rect">
            <a:avLst/>
          </a:prstGeom>
          <a:noFill/>
          <a:ln w="0">
            <a:noFill/>
            <a:prstDash val="solid"/>
          </a:ln>
        </p:spPr>
        <p:txBody>
          <a:bodyPr wrap="square" lIns="0" tIns="0" rIns="0" bIns="0" anchor="t">
            <a:noAutofit/>
          </a:bodyPr>
          <a:lstStyle>
            <a:defPPr algn="l">
              <a:defRPr sz="1425" b="0">
                <a:solidFill>
                  <a:srgbClr val="796A8D"/>
                </a:solidFill>
                <a:latin typeface="Segoe UI"/>
                <a:ea typeface="Segoe UI"/>
                <a:cs typeface="Segoe UI"/>
              </a:defRPr>
            </a:defPPr>
          </a:lstStyle>
          <a:p>
            <a:pPr algn="l">
              <a:lnSpc>
                <a:spcPct val="108000"/>
              </a:lnSpc>
              <a:buNone/>
              <a:defRPr sz="1425" b="0">
                <a:solidFill>
                  <a:srgbClr val="796A8D"/>
                </a:solidFill>
                <a:latin typeface="Segoe UI"/>
                <a:ea typeface="Segoe UI"/>
                <a:cs typeface="Segoe UI"/>
              </a:defRPr>
            </a:pPr>
            <a:r>
              <a:rPr sz="1425" b="0">
                <a:solidFill>
                  <a:srgbClr val="796A8D"/>
                </a:solidFill>
                <a:latin typeface="Segoe UI"/>
                <a:ea typeface="Segoe UI"/>
                <a:cs typeface="Segoe UI"/>
              </a:rPr>
              <a:t>shared_preferences</a:t>
            </a:r>
          </a:p>
        </p:txBody>
      </p:sp>
    </p:spTree>
    <p:extLst>
      <p:ext uri="{BB962C8B-B14F-4D97-AF65-F5344CB8AC3E}">
        <ns4:creationId val="2526092902"/>
      </p:ext>
    </p:extLst>
  </p:cSld>
  <p:transition spd="slow" advClick="1">
    <p:fade/>
  </p:transition>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3" name="Footer Placeholder 2">
            <a:extLst>
              <a:ext uri="{FF2B5EF4-FFF2-40B4-BE49-F238E27FC236}">
                <ns2:creationId id="{B02CFE3A-BCC1-081C-E12A-0C43D45632AC}"/>
              </a:ext>
            </a:extLst>
          </p:cNvPr>
          <p:cNvSpPr>
            <a:spLocks noGrp="1"/>
          </p:cNvSpPr>
          <p:nvPr>
            <p:ph type="ftr" idx="3"/>
          </p:nvPr>
        </p:nvSpPr>
        <p:spPr>
          <a:xfrm>
            <a:off x="393668" y="6279928"/>
            <a:ext cx="3568732" cy="241268"/>
          </a:xfrm>
        </p:spPr>
        <p:txBody>
          <a:bodyPr wrap="square" lIns="0" tIns="0" rIns="0" bIns="0" anchor="t">
            <a:noAutofit/>
          </a:bodyPr>
          <a:lstStyle>
            <a:defPPr algn="l">
              <a:defRPr sz="1125" b="0">
                <a:solidFill>
                  <a:srgbClr val="796A8D"/>
                </a:solidFill>
                <a:latin typeface="Segoe UI"/>
                <a:ea typeface="Segoe UI"/>
                <a:cs typeface="Segoe UI"/>
              </a:defRPr>
            </a:defPPr>
          </a:lstStyle>
          <a:p>
            <a:pPr algn="l">
              <a:lnSpc>
                <a:spcPct val="108000"/>
              </a:lnSpc>
              <a:buNone/>
              <a:defRPr sz="1125" b="0">
                <a:solidFill>
                  <a:srgbClr val="796A8D"/>
                </a:solidFill>
                <a:latin typeface="Segoe UI"/>
                <a:ea typeface="Segoe UI"/>
                <a:cs typeface="Segoe UI"/>
              </a:defRPr>
            </a:pPr>
            <a:r>
              <a:rPr sz="1125" b="0">
                <a:solidFill>
                  <a:srgbClr val="796A8D"/>
                </a:solidFill>
                <a:latin typeface="Segoe UI"/>
                <a:ea typeface="Segoe UI"/>
                <a:cs typeface="Segoe UI"/>
              </a:rPr>
              <a:t>Dáreje</a:t>
            </a:r>
            <a:endParaRPr>
              <a:solidFill>
                <a:schemeClr val="tx1"/>
              </a:solidFill>
            </a:endParaRPr>
          </a:p>
        </p:txBody>
      </p:sp>
      <p:sp>
        <p:nvSpPr>
          <p:cNvPr id="8" name="Title 7">
            <a:extLst>
              <a:ext uri="{FF2B5EF4-FFF2-40B4-BE49-F238E27FC236}">
                <ns2:creationId id="{0DED229D-8FB1-A98B-48DE-0F84D8CCFC19}"/>
              </a:ext>
            </a:extLst>
          </p:cNvPr>
          <p:cNvSpPr>
            <a:spLocks noGrp="1"/>
          </p:cNvSpPr>
          <p:nvPr>
            <p:ph type="title" idx="0"/>
          </p:nvPr>
        </p:nvSpPr>
        <p:spPr>
          <a:xfrm>
            <a:off x="393668" y="344043"/>
            <a:ext cx="11404568" cy="790575"/>
          </a:xfrm>
        </p:spPr>
        <p:txBody>
          <a:bodyPr wrap="square" lIns="0" tIns="0" rIns="0" bIns="0" anchor="t">
            <a:noAutofit/>
          </a:bodyPr>
          <a:lstStyle>
            <a:defPPr algn="l">
              <a:defRPr sz="3300" b="1">
                <a:solidFill>
                  <a:srgbClr val="271443"/>
                </a:solidFill>
                <a:latin typeface="Segoe UI"/>
                <a:ea typeface="Segoe UI"/>
                <a:cs typeface="Segoe UI"/>
              </a:defRPr>
            </a:defPPr>
          </a:lstStyle>
          <a:p>
            <a:pPr algn="l">
              <a:lnSpc>
                <a:spcPct val="108000"/>
              </a:lnSpc>
              <a:buNone/>
              <a:defRPr sz="3300" b="1">
                <a:solidFill>
                  <a:srgbClr val="271443"/>
                </a:solidFill>
                <a:latin typeface="Segoe UI"/>
                <a:ea typeface="Segoe UI"/>
                <a:cs typeface="Segoe UI"/>
              </a:defRPr>
            </a:pPr>
            <a:r>
              <a:rPr sz="3300" b="1">
                <a:solidFill>
                  <a:srgbClr val="271443"/>
                </a:solidFill>
                <a:latin typeface="Segoe UI"/>
                <a:ea typeface="Segoe UI"/>
                <a:cs typeface="Segoe UI"/>
              </a:rPr>
              <a:t>Dáreje мобильді қосымшасының интерфейсі</a:t>
            </a:r>
          </a:p>
        </p:txBody>
      </p:sp>
      <p:grpSp>
        <p:nvGrpSpPr>
          <p:cNvPr id="72" name="1 смартфонның макеті"/>
          <p:cNvGrpSpPr/>
          <p:nvPr/>
        </p:nvGrpSpPr>
        <p:grpSpPr>
          <a:xfrm>
            <a:off x="1057275" y="1743075"/>
            <a:ext cx="2266950" cy="4429125"/>
            <a:chOff x="1057275" y="1743075"/>
            <a:chExt cx="2266950" cy="4429125"/>
          </a:xfrm>
        </p:grpSpPr>
        <p:sp>
          <p:nvSpPr>
            <p:cNvPr id="5" name="Телефон 1 рамка">
              <a:extLst>
                <a:ext uri="{FF2B5EF4-FFF2-40B4-BE49-F238E27FC236}">
                  <ns2:creationId id="{BC769086-2F0B-B36D-7560-45B38E874AAC}"/>
                </a:ext>
              </a:extLst>
            </p:cNvPr>
            <p:cNvSpPr>
              <a:spLocks noGrp="1"/>
            </p:cNvSpPr>
            <p:nvPr/>
          </p:nvSpPr>
          <p:spPr>
            <a:xfrm>
              <a:off x="1057275" y="1743075"/>
              <a:ext cx="2266950" cy="4181475"/>
            </a:xfrm>
            <a:prstGeom prst="roundRect">
              <a:avLst>
                <a:gd name="adj" fmla="val 13866"/>
              </a:avLst>
            </a:prstGeom>
            <a:solidFill>
              <a:srgbClr val="DDD4EB"/>
            </a:solidFill>
            <a:ln w="9525">
              <a:solidFill>
                <a:srgbClr val="D4C8E4"/>
              </a:solidFill>
            </a:ln>
          </p:spPr>
          <p:style>
            <a:lnRef idx="2">
              <a:schemeClr val="accent1">
                <a:shade val="15000"/>
              </a:schemeClr>
            </a:lnRef>
            <a:fillRef idx="1">
              <a:schemeClr val="accent1"/>
            </a:fillRef>
            <a:effectRef idx="4"/>
            <a:fontRef idx="minor">
              <a:schemeClr val="lt1"/>
            </a:fontRef>
          </p:style>
          <p:txBody>
            <a:bodyPr anchor="ctr"/>
            <a:lstStyle/>
            <a:p>
              <a:pPr algn="ctr">
                <a:buNone/>
              </a:pPr>
              <a:endParaRPr/>
            </a:p>
          </p:txBody>
        </p:sp>
        <p:sp>
          <p:nvSpPr>
            <p:cNvPr id="13" name="Телефон 1 UI">
              <a:extLst>
                <a:ext uri="{FF2B5EF4-FFF2-40B4-BE49-F238E27FC236}">
                  <ns2:creationId id="{579D7B1A-C8EA-4184-8CF0-33A66B8609FA}"/>
                </a:ext>
              </a:extLst>
            </p:cNvPr>
            <p:cNvSpPr>
              <a:spLocks noGrp="1"/>
            </p:cNvSpPr>
            <p:nvPr/>
          </p:nvSpPr>
          <p:spPr>
            <a:xfrm>
              <a:off x="1114425" y="1800225"/>
              <a:ext cx="2152650" cy="4067175"/>
            </a:xfrm>
            <a:prstGeom prst="roundRect">
              <a:avLst>
                <a:gd name="adj" fmla="val 12832"/>
              </a:avLst>
            </a:prstGeom>
            <a:solidFill>
              <a:srgbClr val="FFFFFF"/>
            </a:solidFill>
            <a:ln w="9525">
              <a:solidFill>
                <a:srgbClr val="FFFFFF"/>
              </a:solidFill>
              <a:prstDash val="solid"/>
            </a:ln>
          </p:spPr>
        </p:sp>
        <p:sp>
          <p:nvSpPr>
            <p:cNvPr id="14" name="Телефон 1 UI">
              <a:extLst>
                <a:ext uri="{FF2B5EF4-FFF2-40B4-BE49-F238E27FC236}">
                  <ns2:creationId id="{BAE739A0-06D3-4C3C-9F6B-ACE9553E00A7}"/>
                </a:ext>
              </a:extLst>
            </p:cNvPr>
            <p:cNvSpPr>
              <a:spLocks noGrp="1"/>
            </p:cNvSpPr>
            <p:nvPr/>
          </p:nvSpPr>
          <p:spPr>
            <a:xfrm>
              <a:off x="1866900" y="1876425"/>
              <a:ext cx="647700" cy="142875"/>
            </a:xfrm>
            <a:prstGeom prst="roundRect">
              <a:avLst>
                <a:gd name="adj" fmla="val 46667"/>
              </a:avLst>
            </a:prstGeom>
            <a:solidFill>
              <a:srgbClr val="271443"/>
            </a:solidFill>
            <a:ln w="9525">
              <a:solidFill>
                <a:srgbClr val="271443"/>
              </a:solidFill>
              <a:prstDash val="solid"/>
            </a:ln>
          </p:spPr>
        </p:sp>
        <p:sp>
          <p:nvSpPr>
            <p:cNvPr id="15" name="Телефон 1 Dáreje">
              <a:extLst>
                <a:ext uri="{FF2B5EF4-FFF2-40B4-BE49-F238E27FC236}">
                  <ns2:creationId id="{4859E5C4-2CA5-4632-9622-651BDF462622}"/>
                </a:ext>
              </a:extLst>
            </p:cNvPr>
            <p:cNvSpPr>
              <a:spLocks noGrp="1"/>
            </p:cNvSpPr>
            <p:nvPr/>
          </p:nvSpPr>
          <p:spPr>
            <a:xfrm>
              <a:off x="1247775" y="2133600"/>
              <a:ext cx="1885950" cy="361950"/>
            </a:xfrm>
            <a:prstGeom prst="rect">
              <a:avLst/>
            </a:prstGeom>
            <a:noFill/>
            <a:ln w="0">
              <a:noFill/>
              <a:prstDash val="solid"/>
            </a:ln>
          </p:spPr>
          <p:txBody>
            <a:bodyPr wrap="square" lIns="0" tIns="0" rIns="0" bIns="0" anchor="t">
              <a:noAutofit/>
            </a:bodyPr>
            <a:lstStyle>
              <a:defPPr algn="ctr">
                <a:defRPr sz="2100" b="1">
                  <a:solidFill>
                    <a:srgbClr val="4C1D95"/>
                  </a:solidFill>
                  <a:latin typeface="Segoe UI"/>
                  <a:ea typeface="Segoe UI"/>
                  <a:cs typeface="Segoe UI"/>
                </a:defRPr>
              </a:defPPr>
            </a:lstStyle>
            <a:p>
              <a:pPr algn="ctr">
                <a:lnSpc>
                  <a:spcPct val="108000"/>
                </a:lnSpc>
                <a:buNone/>
                <a:defRPr sz="2100" b="1">
                  <a:solidFill>
                    <a:srgbClr val="4C1D95"/>
                  </a:solidFill>
                  <a:latin typeface="Segoe UI"/>
                  <a:ea typeface="Segoe UI"/>
                  <a:cs typeface="Segoe UI"/>
                </a:defRPr>
              </a:pPr>
              <a:r>
                <a:rPr sz="2100" b="1">
                  <a:solidFill>
                    <a:srgbClr val="4C1D95"/>
                  </a:solidFill>
                  <a:latin typeface="Segoe UI"/>
                  <a:ea typeface="Segoe UI"/>
                  <a:cs typeface="Segoe UI"/>
                </a:rPr>
                <a:t>Dáreje</a:t>
              </a:r>
            </a:p>
          </p:txBody>
        </p:sp>
        <p:sp>
          <p:nvSpPr>
            <p:cNvPr id="16" name="Телефон 1 Скриншот орны">
              <a:extLst>
                <a:ext uri="{FF2B5EF4-FFF2-40B4-BE49-F238E27FC236}">
                  <ns2:creationId id="{F8B6A310-A76B-4550-A47D-695F8AE71162}"/>
                </a:ext>
              </a:extLst>
            </p:cNvPr>
            <p:cNvSpPr>
              <a:spLocks noGrp="1"/>
            </p:cNvSpPr>
            <p:nvPr/>
          </p:nvSpPr>
          <p:spPr>
            <a:xfrm>
              <a:off x="1247775" y="5915025"/>
              <a:ext cx="1885950" cy="257175"/>
            </a:xfrm>
            <a:prstGeom prst="rect">
              <a:avLst/>
            </a:prstGeom>
            <a:noFill/>
            <a:ln w="0">
              <a:noFill/>
              <a:prstDash val="solid"/>
            </a:ln>
          </p:spPr>
          <p:txBody>
            <a:bodyPr wrap="square" lIns="0" tIns="0" rIns="0" bIns="0" anchor="t">
              <a:noAutofit/>
            </a:bodyPr>
            <a:lstStyle>
              <a:defPPr algn="ctr">
                <a:defRPr sz="1200" b="0">
                  <a:solidFill>
                    <a:srgbClr val="796A8D"/>
                  </a:solidFill>
                  <a:latin typeface="Segoe UI"/>
                  <a:ea typeface="Segoe UI"/>
                  <a:cs typeface="Segoe UI"/>
                </a:defRPr>
              </a:defPPr>
            </a:lstStyle>
            <a:p>
              <a:pPr algn="ctr">
                <a:lnSpc>
                  <a:spcPct val="108000"/>
                </a:lnSpc>
                <a:buNone/>
                <a:defRPr sz="1200" b="0">
                  <a:solidFill>
                    <a:srgbClr val="796A8D"/>
                  </a:solidFill>
                  <a:latin typeface="Segoe UI"/>
                  <a:ea typeface="Segoe UI"/>
                  <a:cs typeface="Segoe UI"/>
                </a:defRPr>
              </a:pPr>
              <a:r>
                <a:rPr sz="1200" b="0">
                  <a:solidFill>
                    <a:srgbClr val="796A8D"/>
                  </a:solidFill>
                  <a:latin typeface="Segoe UI"/>
                  <a:ea typeface="Segoe UI"/>
                  <a:cs typeface="Segoe UI"/>
                </a:rPr>
                <a:t>Скриншот орны</a:t>
              </a:r>
            </a:p>
          </p:txBody>
        </p:sp>
        <p:sp>
          <p:nvSpPr>
            <p:cNvPr id="25" name="Телефон 1 Қош келдіңіз!">
              <a:extLst>
                <a:ext uri="{FF2B5EF4-FFF2-40B4-BE49-F238E27FC236}">
                  <ns2:creationId id="{2E7E05D8-7616-4FAE-BB9B-BDEA84B298C8}"/>
                </a:ext>
              </a:extLst>
            </p:cNvPr>
            <p:cNvSpPr>
              <a:spLocks noGrp="1"/>
            </p:cNvSpPr>
            <p:nvPr/>
          </p:nvSpPr>
          <p:spPr>
            <a:xfrm>
              <a:off x="1266825" y="2638425"/>
              <a:ext cx="1857375" cy="295275"/>
            </a:xfrm>
            <a:prstGeom prst="rect">
              <a:avLst/>
            </a:prstGeom>
            <a:noFill/>
            <a:ln w="0">
              <a:noFill/>
              <a:prstDash val="solid"/>
            </a:ln>
          </p:spPr>
          <p:txBody>
            <a:bodyPr wrap="square" lIns="0" tIns="0" rIns="0" bIns="0" anchor="t">
              <a:noAutofit/>
            </a:bodyPr>
            <a:lstStyle>
              <a:defPPr algn="l">
                <a:defRPr sz="1350" b="1">
                  <a:solidFill>
                    <a:srgbClr val="271443"/>
                  </a:solidFill>
                  <a:latin typeface="Segoe UI"/>
                  <a:ea typeface="Segoe UI"/>
                  <a:cs typeface="Segoe UI"/>
                </a:defRPr>
              </a:defPPr>
            </a:lstStyle>
            <a:p>
              <a:pPr algn="l">
                <a:lnSpc>
                  <a:spcPct val="108000"/>
                </a:lnSpc>
                <a:buNone/>
                <a:defRPr sz="1350" b="1">
                  <a:solidFill>
                    <a:srgbClr val="271443"/>
                  </a:solidFill>
                  <a:latin typeface="Segoe UI"/>
                  <a:ea typeface="Segoe UI"/>
                  <a:cs typeface="Segoe UI"/>
                </a:defRPr>
              </a:pPr>
              <a:r>
                <a:rPr sz="1350" b="1">
                  <a:solidFill>
                    <a:srgbClr val="271443"/>
                  </a:solidFill>
                  <a:latin typeface="Segoe UI"/>
                  <a:ea typeface="Segoe UI"/>
                  <a:cs typeface="Segoe UI"/>
                </a:rPr>
                <a:t>Қош келдіңіз!</a:t>
              </a:r>
            </a:p>
          </p:txBody>
        </p:sp>
        <p:sp>
          <p:nvSpPr>
            <p:cNvPr id="26" name="Телефон 1 Логин немесе пошта">
              <a:extLst>
                <a:ext uri="{FF2B5EF4-FFF2-40B4-BE49-F238E27FC236}">
                  <ns2:creationId id="{85A93271-0932-47D1-8075-8EB9366AF835}"/>
                </a:ext>
              </a:extLst>
            </p:cNvPr>
            <p:cNvSpPr>
              <a:spLocks noGrp="1"/>
            </p:cNvSpPr>
            <p:nvPr/>
          </p:nvSpPr>
          <p:spPr>
            <a:xfrm>
              <a:off x="1266825" y="3133725"/>
              <a:ext cx="1857375" cy="219075"/>
            </a:xfrm>
            <a:prstGeom prst="rect">
              <a:avLst/>
            </a:prstGeom>
            <a:noFill/>
            <a:ln w="0">
              <a:noFill/>
              <a:prstDash val="solid"/>
            </a:ln>
          </p:spPr>
          <p:txBody>
            <a:bodyPr wrap="square" lIns="0" tIns="0" rIns="0" bIns="0" anchor="t">
              <a:noAutofit/>
            </a:bodyPr>
            <a:lstStyle>
              <a:defPPr algn="l">
                <a:defRPr sz="900" b="0">
                  <a:solidFill>
                    <a:srgbClr val="796A8D"/>
                  </a:solidFill>
                  <a:latin typeface="Segoe UI"/>
                  <a:ea typeface="Segoe UI"/>
                  <a:cs typeface="Segoe UI"/>
                </a:defRPr>
              </a:defPPr>
            </a:lstStyle>
            <a:p>
              <a:pPr algn="l">
                <a:lnSpc>
                  <a:spcPct val="108000"/>
                </a:lnSpc>
                <a:buNone/>
                <a:defRPr sz="900" b="0">
                  <a:solidFill>
                    <a:srgbClr val="796A8D"/>
                  </a:solidFill>
                  <a:latin typeface="Segoe UI"/>
                  <a:ea typeface="Segoe UI"/>
                  <a:cs typeface="Segoe UI"/>
                </a:defRPr>
              </a:pPr>
              <a:r>
                <a:rPr sz="900" b="0">
                  <a:solidFill>
                    <a:srgbClr val="796A8D"/>
                  </a:solidFill>
                  <a:latin typeface="Segoe UI"/>
                  <a:ea typeface="Segoe UI"/>
                  <a:cs typeface="Segoe UI"/>
                </a:rPr>
                <a:t>Логин немесе пошта</a:t>
              </a:r>
            </a:p>
          </p:txBody>
        </p:sp>
        <p:sp>
          <p:nvSpPr>
            <p:cNvPr id="27" name="Телефон 1 UI">
              <a:extLst>
                <a:ext uri="{FF2B5EF4-FFF2-40B4-BE49-F238E27FC236}">
                  <ns2:creationId id="{2C0BB38B-9A45-489B-958A-B7E7E7735E24}"/>
                </a:ext>
              </a:extLst>
            </p:cNvPr>
            <p:cNvSpPr>
              <a:spLocks noGrp="1"/>
            </p:cNvSpPr>
            <p:nvPr/>
          </p:nvSpPr>
          <p:spPr>
            <a:xfrm>
              <a:off x="1247775" y="3381375"/>
              <a:ext cx="1885950" cy="381000"/>
            </a:xfrm>
            <a:prstGeom prst="roundRect">
              <a:avLst>
                <a:gd name="adj" fmla="val 27500"/>
              </a:avLst>
            </a:prstGeom>
            <a:solidFill>
              <a:srgbClr val="F5F3FF"/>
            </a:solidFill>
            <a:ln w="9525">
              <a:solidFill>
                <a:srgbClr val="F5F3FF"/>
              </a:solidFill>
              <a:prstDash val="solid"/>
            </a:ln>
          </p:spPr>
        </p:sp>
        <p:sp>
          <p:nvSpPr>
            <p:cNvPr id="28" name="Телефон 1 Құпиясөз">
              <a:extLst>
                <a:ext uri="{FF2B5EF4-FFF2-40B4-BE49-F238E27FC236}">
                  <ns2:creationId id="{7F3A72BE-1A40-4581-B9B0-A5691F0D8E89}"/>
                </a:ext>
              </a:extLst>
            </p:cNvPr>
            <p:cNvSpPr>
              <a:spLocks noGrp="1"/>
            </p:cNvSpPr>
            <p:nvPr/>
          </p:nvSpPr>
          <p:spPr>
            <a:xfrm>
              <a:off x="1266825" y="3933825"/>
              <a:ext cx="1857375" cy="219075"/>
            </a:xfrm>
            <a:prstGeom prst="rect">
              <a:avLst/>
            </a:prstGeom>
            <a:noFill/>
            <a:ln w="0">
              <a:noFill/>
              <a:prstDash val="solid"/>
            </a:ln>
          </p:spPr>
          <p:txBody>
            <a:bodyPr wrap="square" lIns="0" tIns="0" rIns="0" bIns="0" anchor="t">
              <a:noAutofit/>
            </a:bodyPr>
            <a:lstStyle>
              <a:defPPr algn="l">
                <a:defRPr sz="900" b="0">
                  <a:solidFill>
                    <a:srgbClr val="796A8D"/>
                  </a:solidFill>
                  <a:latin typeface="Segoe UI"/>
                  <a:ea typeface="Segoe UI"/>
                  <a:cs typeface="Segoe UI"/>
                </a:defRPr>
              </a:defPPr>
            </a:lstStyle>
            <a:p>
              <a:pPr algn="l">
                <a:lnSpc>
                  <a:spcPct val="108000"/>
                </a:lnSpc>
                <a:buNone/>
                <a:defRPr sz="900" b="0">
                  <a:solidFill>
                    <a:srgbClr val="796A8D"/>
                  </a:solidFill>
                  <a:latin typeface="Segoe UI"/>
                  <a:ea typeface="Segoe UI"/>
                  <a:cs typeface="Segoe UI"/>
                </a:defRPr>
              </a:pPr>
              <a:r>
                <a:rPr sz="900" b="0">
                  <a:solidFill>
                    <a:srgbClr val="796A8D"/>
                  </a:solidFill>
                  <a:latin typeface="Segoe UI"/>
                  <a:ea typeface="Segoe UI"/>
                  <a:cs typeface="Segoe UI"/>
                </a:rPr>
                <a:t>Құпиясөз</a:t>
              </a:r>
            </a:p>
          </p:txBody>
        </p:sp>
        <p:sp>
          <p:nvSpPr>
            <p:cNvPr id="29" name="Телефон 1 UI">
              <a:extLst>
                <a:ext uri="{FF2B5EF4-FFF2-40B4-BE49-F238E27FC236}">
                  <ns2:creationId id="{F82F6C1E-26B0-4990-B984-AF7514ED800B}"/>
                </a:ext>
              </a:extLst>
            </p:cNvPr>
            <p:cNvSpPr>
              <a:spLocks noGrp="1"/>
            </p:cNvSpPr>
            <p:nvPr/>
          </p:nvSpPr>
          <p:spPr>
            <a:xfrm>
              <a:off x="1247775" y="4181475"/>
              <a:ext cx="1885950" cy="381000"/>
            </a:xfrm>
            <a:prstGeom prst="roundRect">
              <a:avLst>
                <a:gd name="adj" fmla="val 27500"/>
              </a:avLst>
            </a:prstGeom>
            <a:solidFill>
              <a:srgbClr val="F5F3FF"/>
            </a:solidFill>
            <a:ln w="9525">
              <a:solidFill>
                <a:srgbClr val="F5F3FF"/>
              </a:solidFill>
              <a:prstDash val="solid"/>
            </a:ln>
          </p:spPr>
        </p:sp>
        <p:sp>
          <p:nvSpPr>
            <p:cNvPr id="30" name="Телефон 1 UI">
              <a:extLst>
                <a:ext uri="{FF2B5EF4-FFF2-40B4-BE49-F238E27FC236}">
                  <ns2:creationId id="{15178B33-E221-4573-8746-8C8491F51467}"/>
                </a:ext>
              </a:extLst>
            </p:cNvPr>
            <p:cNvSpPr>
              <a:spLocks noGrp="1"/>
            </p:cNvSpPr>
            <p:nvPr/>
          </p:nvSpPr>
          <p:spPr>
            <a:xfrm>
              <a:off x="1247775" y="4772025"/>
              <a:ext cx="1885950" cy="400050"/>
            </a:xfrm>
            <a:prstGeom prst="roundRect">
              <a:avLst>
                <a:gd name="adj" fmla="val 28571"/>
              </a:avLst>
            </a:prstGeom>
            <a:solidFill>
              <a:srgbClr val="7C3AED"/>
            </a:solidFill>
            <a:ln w="9525">
              <a:solidFill>
                <a:srgbClr val="7C3AED"/>
              </a:solidFill>
              <a:prstDash val="solid"/>
            </a:ln>
          </p:spPr>
        </p:sp>
        <p:sp>
          <p:nvSpPr>
            <p:cNvPr id="31" name="Телефон 1 Кіру">
              <a:extLst>
                <a:ext uri="{FF2B5EF4-FFF2-40B4-BE49-F238E27FC236}">
                  <ns2:creationId id="{749ACF06-6941-48F5-B96C-A47A1BD00BF5}"/>
                </a:ext>
              </a:extLst>
            </p:cNvPr>
            <p:cNvSpPr>
              <a:spLocks noGrp="1"/>
            </p:cNvSpPr>
            <p:nvPr/>
          </p:nvSpPr>
          <p:spPr>
            <a:xfrm>
              <a:off x="1247775" y="4857750"/>
              <a:ext cx="1885950" cy="276225"/>
            </a:xfrm>
            <a:prstGeom prst="rect">
              <a:avLst/>
            </a:prstGeom>
            <a:noFill/>
            <a:ln w="0">
              <a:noFill/>
              <a:prstDash val="solid"/>
            </a:ln>
          </p:spPr>
          <p:txBody>
            <a:bodyPr wrap="square" lIns="0" tIns="0" rIns="0" bIns="0" anchor="t">
              <a:noAutofit/>
            </a:bodyPr>
            <a:lstStyle>
              <a:defPPr algn="ctr">
                <a:defRPr sz="1275" b="1">
                  <a:solidFill>
                    <a:srgbClr val="FFFFFF"/>
                  </a:solidFill>
                  <a:latin typeface="Segoe UI"/>
                  <a:ea typeface="Segoe UI"/>
                  <a:cs typeface="Segoe UI"/>
                </a:defRPr>
              </a:defPPr>
            </a:lstStyle>
            <a:p>
              <a:pPr algn="ctr">
                <a:lnSpc>
                  <a:spcPct val="108000"/>
                </a:lnSpc>
                <a:buNone/>
                <a:defRPr sz="1275" b="1">
                  <a:solidFill>
                    <a:srgbClr val="FFFFFF"/>
                  </a:solidFill>
                  <a:latin typeface="Segoe UI"/>
                  <a:ea typeface="Segoe UI"/>
                  <a:cs typeface="Segoe UI"/>
                </a:defRPr>
              </a:pPr>
              <a:r>
                <a:rPr sz="1275" b="1">
                  <a:solidFill>
                    <a:srgbClr val="FFFFFF"/>
                  </a:solidFill>
                  <a:latin typeface="Segoe UI"/>
                  <a:ea typeface="Segoe UI"/>
                  <a:cs typeface="Segoe UI"/>
                </a:rPr>
                <a:t>Кіру</a:t>
              </a:r>
            </a:p>
          </p:txBody>
        </p:sp>
        <p:sp>
          <p:nvSpPr>
            <p:cNvPr id="32" name="Телефон 1 Аккаунт құру">
              <a:extLst>
                <a:ext uri="{FF2B5EF4-FFF2-40B4-BE49-F238E27FC236}">
                  <ns2:creationId id="{208143B0-B5B1-48A1-8818-5EDC847C0E28}"/>
                </a:ext>
              </a:extLst>
            </p:cNvPr>
            <p:cNvSpPr>
              <a:spLocks noGrp="1"/>
            </p:cNvSpPr>
            <p:nvPr/>
          </p:nvSpPr>
          <p:spPr>
            <a:xfrm>
              <a:off x="1247775" y="5391150"/>
              <a:ext cx="1885950" cy="257175"/>
            </a:xfrm>
            <a:prstGeom prst="rect">
              <a:avLst/>
            </a:prstGeom>
            <a:noFill/>
            <a:ln w="0">
              <a:noFill/>
              <a:prstDash val="solid"/>
            </a:ln>
          </p:spPr>
          <p:txBody>
            <a:bodyPr wrap="square" lIns="0" tIns="0" rIns="0" bIns="0" anchor="t">
              <a:noAutofit/>
            </a:bodyPr>
            <a:lstStyle>
              <a:defPPr algn="ctr">
                <a:defRPr sz="1050" b="1">
                  <a:solidFill>
                    <a:srgbClr val="7C3AED"/>
                  </a:solidFill>
                  <a:latin typeface="Segoe UI"/>
                  <a:ea typeface="Segoe UI"/>
                  <a:cs typeface="Segoe UI"/>
                </a:defRPr>
              </a:defPPr>
            </a:lstStyle>
            <a:p>
              <a:pPr algn="ctr">
                <a:lnSpc>
                  <a:spcPct val="108000"/>
                </a:lnSpc>
                <a:buNone/>
                <a:defRPr sz="1050" b="1">
                  <a:solidFill>
                    <a:srgbClr val="7C3AED"/>
                  </a:solidFill>
                  <a:latin typeface="Segoe UI"/>
                  <a:ea typeface="Segoe UI"/>
                  <a:cs typeface="Segoe UI"/>
                </a:defRPr>
              </a:pPr>
              <a:r>
                <a:rPr sz="1050" b="1">
                  <a:solidFill>
                    <a:srgbClr val="7C3AED"/>
                  </a:solidFill>
                  <a:latin typeface="Segoe UI"/>
                  <a:ea typeface="Segoe UI"/>
                  <a:cs typeface="Segoe UI"/>
                </a:rPr>
                <a:t>Аккаунт құру</a:t>
              </a:r>
            </a:p>
          </p:txBody>
        </p:sp>
      </p:grpSp>
      <p:grpSp>
        <p:nvGrpSpPr>
          <p:cNvPr id="73" name="2 смартфонның макеті"/>
          <p:cNvGrpSpPr/>
          <p:nvPr/>
        </p:nvGrpSpPr>
        <p:grpSpPr>
          <a:xfrm>
            <a:off x="4981575" y="1743075"/>
            <a:ext cx="2266950" cy="4429125"/>
            <a:chOff x="4981575" y="1743075"/>
            <a:chExt cx="2266950" cy="4429125"/>
          </a:xfrm>
        </p:grpSpPr>
        <p:sp>
          <p:nvSpPr>
            <p:cNvPr id="6" name="Телефон 2 рамка">
              <a:extLst>
                <a:ext uri="{FF2B5EF4-FFF2-40B4-BE49-F238E27FC236}">
                  <ns2:creationId id="{44B4F040-FAA4-CBA4-C03F-67330800E483}"/>
                </a:ext>
              </a:extLst>
            </p:cNvPr>
            <p:cNvSpPr>
              <a:spLocks noGrp="1"/>
            </p:cNvSpPr>
            <p:nvPr/>
          </p:nvSpPr>
          <p:spPr>
            <a:xfrm>
              <a:off x="4981575" y="1743075"/>
              <a:ext cx="2266950" cy="4181475"/>
            </a:xfrm>
            <a:prstGeom prst="roundRect">
              <a:avLst>
                <a:gd name="adj" fmla="val 13866"/>
              </a:avLst>
            </a:prstGeom>
            <a:solidFill>
              <a:srgbClr val="DDD4EB"/>
            </a:solidFill>
            <a:ln w="9525">
              <a:solidFill>
                <a:srgbClr val="D4C8E4"/>
              </a:solidFill>
            </a:ln>
          </p:spPr>
          <p:style>
            <a:lnRef idx="2">
              <a:schemeClr val="accent1">
                <a:shade val="15000"/>
              </a:schemeClr>
            </a:lnRef>
            <a:fillRef idx="1">
              <a:schemeClr val="accent1"/>
            </a:fillRef>
            <a:effectRef idx="4"/>
            <a:fontRef idx="minor">
              <a:schemeClr val="lt1"/>
            </a:fontRef>
          </p:style>
          <p:txBody>
            <a:bodyPr anchor="ctr"/>
            <a:lstStyle/>
            <a:p>
              <a:pPr algn="ctr">
                <a:buNone/>
              </a:pPr>
              <a:endParaRPr/>
            </a:p>
          </p:txBody>
        </p:sp>
        <p:sp>
          <p:nvSpPr>
            <p:cNvPr id="17" name="Телефон 2 UI">
              <a:extLst>
                <a:ext uri="{FF2B5EF4-FFF2-40B4-BE49-F238E27FC236}">
                  <ns2:creationId id="{674252D8-8212-4F6F-9FA7-713E7473153D}"/>
                </a:ext>
              </a:extLst>
            </p:cNvPr>
            <p:cNvSpPr>
              <a:spLocks noGrp="1"/>
            </p:cNvSpPr>
            <p:nvPr/>
          </p:nvSpPr>
          <p:spPr>
            <a:xfrm>
              <a:off x="5038725" y="1800225"/>
              <a:ext cx="2152650" cy="4067175"/>
            </a:xfrm>
            <a:prstGeom prst="roundRect">
              <a:avLst>
                <a:gd name="adj" fmla="val 12832"/>
              </a:avLst>
            </a:prstGeom>
            <a:solidFill>
              <a:srgbClr val="FFFFFF"/>
            </a:solidFill>
            <a:ln w="9525">
              <a:solidFill>
                <a:srgbClr val="FFFFFF"/>
              </a:solidFill>
              <a:prstDash val="solid"/>
            </a:ln>
          </p:spPr>
        </p:sp>
        <p:sp>
          <p:nvSpPr>
            <p:cNvPr id="18" name="Телефон 2 UI">
              <a:extLst>
                <a:ext uri="{FF2B5EF4-FFF2-40B4-BE49-F238E27FC236}">
                  <ns2:creationId id="{8083980F-41ED-460E-A8F0-9AD4C3F2D192}"/>
                </a:ext>
              </a:extLst>
            </p:cNvPr>
            <p:cNvSpPr>
              <a:spLocks noGrp="1"/>
            </p:cNvSpPr>
            <p:nvPr/>
          </p:nvSpPr>
          <p:spPr>
            <a:xfrm>
              <a:off x="5791200" y="1876425"/>
              <a:ext cx="647700" cy="142875"/>
            </a:xfrm>
            <a:prstGeom prst="roundRect">
              <a:avLst>
                <a:gd name="adj" fmla="val 46667"/>
              </a:avLst>
            </a:prstGeom>
            <a:solidFill>
              <a:srgbClr val="271443"/>
            </a:solidFill>
            <a:ln w="9525">
              <a:solidFill>
                <a:srgbClr val="271443"/>
              </a:solidFill>
              <a:prstDash val="solid"/>
            </a:ln>
          </p:spPr>
        </p:sp>
        <p:sp>
          <p:nvSpPr>
            <p:cNvPr id="19" name="Телефон 2 Dáreje">
              <a:extLst>
                <a:ext uri="{FF2B5EF4-FFF2-40B4-BE49-F238E27FC236}">
                  <ns2:creationId id="{A4A51718-EC18-4C23-B16B-351D2B62E9BB}"/>
                </a:ext>
              </a:extLst>
            </p:cNvPr>
            <p:cNvSpPr>
              <a:spLocks noGrp="1"/>
            </p:cNvSpPr>
            <p:nvPr/>
          </p:nvSpPr>
          <p:spPr>
            <a:xfrm>
              <a:off x="5172075" y="2133600"/>
              <a:ext cx="1885950" cy="361950"/>
            </a:xfrm>
            <a:prstGeom prst="rect">
              <a:avLst/>
            </a:prstGeom>
            <a:noFill/>
            <a:ln w="0">
              <a:noFill/>
              <a:prstDash val="solid"/>
            </a:ln>
          </p:spPr>
          <p:txBody>
            <a:bodyPr wrap="square" lIns="0" tIns="0" rIns="0" bIns="0" anchor="t">
              <a:noAutofit/>
            </a:bodyPr>
            <a:lstStyle>
              <a:defPPr algn="ctr">
                <a:defRPr sz="2100" b="1">
                  <a:solidFill>
                    <a:srgbClr val="4C1D95"/>
                  </a:solidFill>
                  <a:latin typeface="Segoe UI"/>
                  <a:ea typeface="Segoe UI"/>
                  <a:cs typeface="Segoe UI"/>
                </a:defRPr>
              </a:defPPr>
            </a:lstStyle>
            <a:p>
              <a:pPr algn="ctr">
                <a:lnSpc>
                  <a:spcPct val="108000"/>
                </a:lnSpc>
                <a:buNone/>
                <a:defRPr sz="2100" b="1">
                  <a:solidFill>
                    <a:srgbClr val="4C1D95"/>
                  </a:solidFill>
                  <a:latin typeface="Segoe UI"/>
                  <a:ea typeface="Segoe UI"/>
                  <a:cs typeface="Segoe UI"/>
                </a:defRPr>
              </a:pPr>
              <a:r>
                <a:rPr sz="2100" b="1">
                  <a:solidFill>
                    <a:srgbClr val="4C1D95"/>
                  </a:solidFill>
                  <a:latin typeface="Segoe UI"/>
                  <a:ea typeface="Segoe UI"/>
                  <a:cs typeface="Segoe UI"/>
                </a:rPr>
                <a:t>Dáreje</a:t>
              </a:r>
            </a:p>
          </p:txBody>
        </p:sp>
        <p:sp>
          <p:nvSpPr>
            <p:cNvPr id="20" name="Телефон 2 Скриншот орны">
              <a:extLst>
                <a:ext uri="{FF2B5EF4-FFF2-40B4-BE49-F238E27FC236}">
                  <ns2:creationId id="{A57A9235-8B12-49E2-9AA9-1BD74FDC1148}"/>
                </a:ext>
              </a:extLst>
            </p:cNvPr>
            <p:cNvSpPr>
              <a:spLocks noGrp="1"/>
            </p:cNvSpPr>
            <p:nvPr/>
          </p:nvSpPr>
          <p:spPr>
            <a:xfrm>
              <a:off x="5172075" y="5915025"/>
              <a:ext cx="1885950" cy="257175"/>
            </a:xfrm>
            <a:prstGeom prst="rect">
              <a:avLst/>
            </a:prstGeom>
            <a:noFill/>
            <a:ln w="0">
              <a:noFill/>
              <a:prstDash val="solid"/>
            </a:ln>
          </p:spPr>
          <p:txBody>
            <a:bodyPr wrap="square" lIns="0" tIns="0" rIns="0" bIns="0" anchor="t">
              <a:noAutofit/>
            </a:bodyPr>
            <a:lstStyle>
              <a:defPPr algn="ctr">
                <a:defRPr sz="1200" b="0">
                  <a:solidFill>
                    <a:srgbClr val="796A8D"/>
                  </a:solidFill>
                  <a:latin typeface="Segoe UI"/>
                  <a:ea typeface="Segoe UI"/>
                  <a:cs typeface="Segoe UI"/>
                </a:defRPr>
              </a:defPPr>
            </a:lstStyle>
            <a:p>
              <a:pPr algn="ctr">
                <a:lnSpc>
                  <a:spcPct val="108000"/>
                </a:lnSpc>
                <a:buNone/>
                <a:defRPr sz="1200" b="0">
                  <a:solidFill>
                    <a:srgbClr val="796A8D"/>
                  </a:solidFill>
                  <a:latin typeface="Segoe UI"/>
                  <a:ea typeface="Segoe UI"/>
                  <a:cs typeface="Segoe UI"/>
                </a:defRPr>
              </a:pPr>
              <a:r>
                <a:rPr sz="1200" b="0">
                  <a:solidFill>
                    <a:srgbClr val="796A8D"/>
                  </a:solidFill>
                  <a:latin typeface="Segoe UI"/>
                  <a:ea typeface="Segoe UI"/>
                  <a:cs typeface="Segoe UI"/>
                </a:rPr>
                <a:t>Скриншот орны</a:t>
              </a:r>
            </a:p>
          </p:txBody>
        </p:sp>
        <p:sp>
          <p:nvSpPr>
            <p:cNvPr id="33" name="Телефон 2 Сәлем, студент!">
              <a:extLst>
                <a:ext uri="{FF2B5EF4-FFF2-40B4-BE49-F238E27FC236}">
                  <ns2:creationId id="{BF183192-00F6-41DE-959C-877423B88B6E}"/>
                </a:ext>
              </a:extLst>
            </p:cNvPr>
            <p:cNvSpPr>
              <a:spLocks noGrp="1"/>
            </p:cNvSpPr>
            <p:nvPr/>
          </p:nvSpPr>
          <p:spPr>
            <a:xfrm>
              <a:off x="5172075" y="2609850"/>
              <a:ext cx="1885950" cy="285750"/>
            </a:xfrm>
            <a:prstGeom prst="rect">
              <a:avLst/>
            </a:prstGeom>
            <a:noFill/>
            <a:ln w="0">
              <a:noFill/>
              <a:prstDash val="solid"/>
            </a:ln>
          </p:spPr>
          <p:txBody>
            <a:bodyPr wrap="square" lIns="0" tIns="0" rIns="0" bIns="0" anchor="t">
              <a:noAutofit/>
            </a:bodyPr>
            <a:lstStyle>
              <a:defPPr algn="l">
                <a:defRPr sz="1350" b="1">
                  <a:solidFill>
                    <a:srgbClr val="271443"/>
                  </a:solidFill>
                  <a:latin typeface="Segoe UI"/>
                  <a:ea typeface="Segoe UI"/>
                  <a:cs typeface="Segoe UI"/>
                </a:defRPr>
              </a:defPPr>
            </a:lstStyle>
            <a:p>
              <a:pPr algn="l">
                <a:lnSpc>
                  <a:spcPct val="108000"/>
                </a:lnSpc>
                <a:buNone/>
                <a:defRPr sz="1350" b="1">
                  <a:solidFill>
                    <a:srgbClr val="271443"/>
                  </a:solidFill>
                  <a:latin typeface="Segoe UI"/>
                  <a:ea typeface="Segoe UI"/>
                  <a:cs typeface="Segoe UI"/>
                </a:defRPr>
              </a:pPr>
              <a:r>
                <a:rPr sz="1350" b="1">
                  <a:solidFill>
                    <a:srgbClr val="271443"/>
                  </a:solidFill>
                  <a:latin typeface="Segoe UI"/>
                  <a:ea typeface="Segoe UI"/>
                  <a:cs typeface="Segoe UI"/>
                </a:rPr>
                <a:t>Сәлем, студент!</a:t>
              </a:r>
            </a:p>
          </p:txBody>
        </p:sp>
        <p:sp>
          <p:nvSpPr>
            <p:cNvPr id="34" name="Телефон 2 UI">
              <a:extLst>
                <a:ext uri="{FF2B5EF4-FFF2-40B4-BE49-F238E27FC236}">
                  <ns2:creationId id="{9E1B04CC-3862-4FDA-B283-14452EB14EF9}"/>
                </a:ext>
              </a:extLst>
            </p:cNvPr>
            <p:cNvSpPr>
              <a:spLocks noGrp="1"/>
            </p:cNvSpPr>
            <p:nvPr/>
          </p:nvSpPr>
          <p:spPr>
            <a:xfrm>
              <a:off x="5172075" y="3009900"/>
              <a:ext cx="1885950" cy="1066800"/>
            </a:xfrm>
            <a:prstGeom prst="roundRect">
              <a:avLst>
                <a:gd name="adj" fmla="val 17857"/>
              </a:avLst>
            </a:prstGeom>
            <a:solidFill>
              <a:srgbClr val="F5F3FF"/>
            </a:solidFill>
            <a:ln w="9525">
              <a:solidFill>
                <a:srgbClr val="F5F3FF"/>
              </a:solidFill>
              <a:prstDash val="solid"/>
            </a:ln>
          </p:spPr>
        </p:sp>
        <p:sp>
          <p:nvSpPr>
            <p:cNvPr id="35" name="Телефон 2 Жалпы балл">
              <a:extLst>
                <a:ext uri="{FF2B5EF4-FFF2-40B4-BE49-F238E27FC236}">
                  <ns2:creationId id="{BA30D6BC-60DC-442F-AC5B-1CC5749503DD}"/>
                </a:ext>
              </a:extLst>
            </p:cNvPr>
            <p:cNvSpPr>
              <a:spLocks noGrp="1"/>
            </p:cNvSpPr>
            <p:nvPr/>
          </p:nvSpPr>
          <p:spPr>
            <a:xfrm>
              <a:off x="5314950" y="3162300"/>
              <a:ext cx="1581150" cy="247650"/>
            </a:xfrm>
            <a:prstGeom prst="rect">
              <a:avLst/>
            </a:prstGeom>
            <a:noFill/>
            <a:ln w="0">
              <a:noFill/>
              <a:prstDash val="solid"/>
            </a:ln>
          </p:spPr>
          <p:txBody>
            <a:bodyPr wrap="square" lIns="0" tIns="0" rIns="0" bIns="0" anchor="t">
              <a:noAutofit/>
            </a:bodyPr>
            <a:lstStyle>
              <a:defPPr algn="l">
                <a:defRPr sz="1050" b="0">
                  <a:solidFill>
                    <a:srgbClr val="796A8D"/>
                  </a:solidFill>
                  <a:latin typeface="Segoe UI"/>
                  <a:ea typeface="Segoe UI"/>
                  <a:cs typeface="Segoe UI"/>
                </a:defRPr>
              </a:defPPr>
            </a:lstStyle>
            <a:p>
              <a:pPr algn="l">
                <a:lnSpc>
                  <a:spcPct val="108000"/>
                </a:lnSpc>
                <a:buNone/>
                <a:defRPr sz="1050" b="0">
                  <a:solidFill>
                    <a:srgbClr val="796A8D"/>
                  </a:solidFill>
                  <a:latin typeface="Segoe UI"/>
                  <a:ea typeface="Segoe UI"/>
                  <a:cs typeface="Segoe UI"/>
                </a:defRPr>
              </a:pPr>
              <a:r>
                <a:rPr sz="1050" b="0">
                  <a:solidFill>
                    <a:srgbClr val="796A8D"/>
                  </a:solidFill>
                  <a:latin typeface="Segoe UI"/>
                  <a:ea typeface="Segoe UI"/>
                  <a:cs typeface="Segoe UI"/>
                </a:rPr>
                <a:t>Жалпы балл</a:t>
              </a:r>
            </a:p>
          </p:txBody>
        </p:sp>
        <p:sp>
          <p:nvSpPr>
            <p:cNvPr id="36" name="Телефон 2 48">
              <a:extLst>
                <a:ext uri="{FF2B5EF4-FFF2-40B4-BE49-F238E27FC236}">
                  <ns2:creationId id="{637D782A-BF64-4A96-8CDF-A7E57F9B023A}"/>
                </a:ext>
              </a:extLst>
            </p:cNvPr>
            <p:cNvSpPr>
              <a:spLocks noGrp="1"/>
            </p:cNvSpPr>
            <p:nvPr/>
          </p:nvSpPr>
          <p:spPr>
            <a:xfrm>
              <a:off x="5314950" y="3467100"/>
              <a:ext cx="1123950" cy="542925"/>
            </a:xfrm>
            <a:prstGeom prst="rect">
              <a:avLst/>
            </a:prstGeom>
            <a:noFill/>
            <a:ln w="0">
              <a:noFill/>
              <a:prstDash val="solid"/>
            </a:ln>
          </p:spPr>
          <p:txBody>
            <a:bodyPr wrap="square" lIns="0" tIns="0" rIns="0" bIns="0" anchor="t">
              <a:noAutofit/>
            </a:bodyPr>
            <a:lstStyle>
              <a:defPPr algn="l">
                <a:defRPr sz="3225" b="1">
                  <a:solidFill>
                    <a:srgbClr val="4C1D95"/>
                  </a:solidFill>
                  <a:latin typeface="Segoe UI"/>
                  <a:ea typeface="Segoe UI"/>
                  <a:cs typeface="Segoe UI"/>
                </a:defRPr>
              </a:defPPr>
            </a:lstStyle>
            <a:p>
              <a:pPr algn="l">
                <a:lnSpc>
                  <a:spcPct val="108000"/>
                </a:lnSpc>
                <a:buNone/>
                <a:defRPr sz="3225" b="1">
                  <a:solidFill>
                    <a:srgbClr val="4C1D95"/>
                  </a:solidFill>
                  <a:latin typeface="Segoe UI"/>
                  <a:ea typeface="Segoe UI"/>
                  <a:cs typeface="Segoe UI"/>
                </a:defRPr>
              </a:pPr>
              <a:r>
                <a:rPr sz="3225" b="1">
                  <a:solidFill>
                    <a:srgbClr val="4C1D95"/>
                  </a:solidFill>
                  <a:latin typeface="Segoe UI"/>
                  <a:ea typeface="Segoe UI"/>
                  <a:cs typeface="Segoe UI"/>
                </a:rPr>
                <a:t>48</a:t>
              </a:r>
            </a:p>
          </p:txBody>
        </p:sp>
        <p:sp>
          <p:nvSpPr>
            <p:cNvPr id="37" name="Телефон 2 / 100">
              <a:extLst>
                <a:ext uri="{FF2B5EF4-FFF2-40B4-BE49-F238E27FC236}">
                  <ns2:creationId id="{70C832DA-88AF-4EDB-8B67-9D8F1020A97F}"/>
                </a:ext>
              </a:extLst>
            </p:cNvPr>
            <p:cNvSpPr>
              <a:spLocks noGrp="1"/>
            </p:cNvSpPr>
            <p:nvPr/>
          </p:nvSpPr>
          <p:spPr>
            <a:xfrm>
              <a:off x="5991225" y="3657600"/>
              <a:ext cx="714375" cy="266700"/>
            </a:xfrm>
            <a:prstGeom prst="rect">
              <a:avLst/>
            </a:prstGeom>
            <a:noFill/>
            <a:ln w="0">
              <a:noFill/>
              <a:prstDash val="solid"/>
            </a:ln>
          </p:spPr>
          <p:txBody>
            <a:bodyPr wrap="square" lIns="0" tIns="0" rIns="0" bIns="0" anchor="t">
              <a:noAutofit/>
            </a:bodyPr>
            <a:lstStyle>
              <a:defPPr algn="l">
                <a:defRPr sz="1275" b="0">
                  <a:solidFill>
                    <a:srgbClr val="796A8D"/>
                  </a:solidFill>
                  <a:latin typeface="Segoe UI"/>
                  <a:ea typeface="Segoe UI"/>
                  <a:cs typeface="Segoe UI"/>
                </a:defRPr>
              </a:defPPr>
            </a:lstStyle>
            <a:p>
              <a:pPr algn="l">
                <a:lnSpc>
                  <a:spcPct val="108000"/>
                </a:lnSpc>
                <a:buNone/>
                <a:defRPr sz="1275" b="0">
                  <a:solidFill>
                    <a:srgbClr val="796A8D"/>
                  </a:solidFill>
                  <a:latin typeface="Segoe UI"/>
                  <a:ea typeface="Segoe UI"/>
                  <a:cs typeface="Segoe UI"/>
                </a:defRPr>
              </a:pPr>
              <a:r>
                <a:rPr sz="1275" b="0">
                  <a:solidFill>
                    <a:srgbClr val="796A8D"/>
                  </a:solidFill>
                  <a:latin typeface="Segoe UI"/>
                  <a:ea typeface="Segoe UI"/>
                  <a:cs typeface="Segoe UI"/>
                </a:rPr>
                <a:t>/ 100</a:t>
              </a:r>
            </a:p>
          </p:txBody>
        </p:sp>
        <p:sp>
          <p:nvSpPr>
            <p:cNvPr id="38" name="Телефон 2 UI">
              <a:extLst>
                <a:ext uri="{FF2B5EF4-FFF2-40B4-BE49-F238E27FC236}">
                  <ns2:creationId id="{A0826F44-96B2-426A-A41F-2808F4011209}"/>
                </a:ext>
              </a:extLst>
            </p:cNvPr>
            <p:cNvSpPr>
              <a:spLocks noGrp="1"/>
            </p:cNvSpPr>
            <p:nvPr/>
          </p:nvSpPr>
          <p:spPr>
            <a:xfrm>
              <a:off x="5172075" y="4257675"/>
              <a:ext cx="1885950" cy="371475"/>
            </a:xfrm>
            <a:prstGeom prst="roundRect">
              <a:avLst>
                <a:gd name="adj" fmla="val 30769"/>
              </a:avLst>
            </a:prstGeom>
            <a:solidFill>
              <a:srgbClr val="7C3AED"/>
            </a:solidFill>
            <a:ln w="9525">
              <a:solidFill>
                <a:srgbClr val="7C3AED"/>
              </a:solidFill>
              <a:prstDash val="solid"/>
            </a:ln>
          </p:spPr>
        </p:sp>
        <p:sp>
          <p:nvSpPr>
            <p:cNvPr id="39" name="Телефон 2 Жетістік қосу">
              <a:extLst>
                <a:ext uri="{FF2B5EF4-FFF2-40B4-BE49-F238E27FC236}">
                  <ns2:creationId id="{EB3EF159-B776-4593-85D6-04E93B6FBD1B}"/>
                </a:ext>
              </a:extLst>
            </p:cNvPr>
            <p:cNvSpPr>
              <a:spLocks noGrp="1"/>
            </p:cNvSpPr>
            <p:nvPr/>
          </p:nvSpPr>
          <p:spPr>
            <a:xfrm>
              <a:off x="5172075" y="4333875"/>
              <a:ext cx="1885950" cy="266700"/>
            </a:xfrm>
            <a:prstGeom prst="rect">
              <a:avLst/>
            </a:prstGeom>
            <a:noFill/>
            <a:ln w="0">
              <a:noFill/>
              <a:prstDash val="solid"/>
            </a:ln>
          </p:spPr>
          <p:txBody>
            <a:bodyPr wrap="square" lIns="0" tIns="0" rIns="0" bIns="0" anchor="t">
              <a:noAutofit/>
            </a:bodyPr>
            <a:lstStyle>
              <a:defPPr algn="ctr">
                <a:defRPr sz="1200" b="1">
                  <a:solidFill>
                    <a:srgbClr val="FFFFFF"/>
                  </a:solidFill>
                  <a:latin typeface="Segoe UI"/>
                  <a:ea typeface="Segoe UI"/>
                  <a:cs typeface="Segoe UI"/>
                </a:defRPr>
              </a:defPPr>
            </a:lstStyle>
            <a:p>
              <a:pPr algn="ctr">
                <a:lnSpc>
                  <a:spcPct val="108000"/>
                </a:lnSpc>
                <a:buNone/>
                <a:defRPr sz="1200" b="1">
                  <a:solidFill>
                    <a:srgbClr val="FFFFFF"/>
                  </a:solidFill>
                  <a:latin typeface="Segoe UI"/>
                  <a:ea typeface="Segoe UI"/>
                  <a:cs typeface="Segoe UI"/>
                </a:defRPr>
              </a:pPr>
              <a:r>
                <a:rPr sz="1200" b="1">
                  <a:solidFill>
                    <a:srgbClr val="FFFFFF"/>
                  </a:solidFill>
                  <a:latin typeface="Segoe UI"/>
                  <a:ea typeface="Segoe UI"/>
                  <a:cs typeface="Segoe UI"/>
                </a:rPr>
                <a:t>Жетістік қосу</a:t>
              </a:r>
            </a:p>
          </p:txBody>
        </p:sp>
        <p:sp>
          <p:nvSpPr>
            <p:cNvPr id="40" name="Телефон 2 Жергілікті рейтинг">
              <a:extLst>
                <a:ext uri="{FF2B5EF4-FFF2-40B4-BE49-F238E27FC236}">
                  <ns2:creationId id="{DA1DCDE1-D8DB-4E5E-92CF-A3322445B275}"/>
                </a:ext>
              </a:extLst>
            </p:cNvPr>
            <p:cNvSpPr>
              <a:spLocks noGrp="1"/>
            </p:cNvSpPr>
            <p:nvPr/>
          </p:nvSpPr>
          <p:spPr>
            <a:xfrm>
              <a:off x="5219700" y="4829175"/>
              <a:ext cx="1809750" cy="238125"/>
            </a:xfrm>
            <a:prstGeom prst="rect">
              <a:avLst/>
            </a:prstGeom>
            <a:noFill/>
            <a:ln w="0">
              <a:noFill/>
              <a:prstDash val="solid"/>
            </a:ln>
          </p:spPr>
          <p:txBody>
            <a:bodyPr wrap="square" lIns="0" tIns="0" rIns="0" bIns="0" anchor="t">
              <a:noAutofit/>
            </a:bodyPr>
            <a:lstStyle>
              <a:defPPr algn="l">
                <a:defRPr sz="1125" b="1">
                  <a:solidFill>
                    <a:srgbClr val="271443"/>
                  </a:solidFill>
                  <a:latin typeface="Segoe UI"/>
                  <a:ea typeface="Segoe UI"/>
                  <a:cs typeface="Segoe UI"/>
                </a:defRPr>
              </a:defPPr>
            </a:lstStyle>
            <a:p>
              <a:pPr algn="l">
                <a:lnSpc>
                  <a:spcPct val="108000"/>
                </a:lnSpc>
                <a:buNone/>
                <a:defRPr sz="1125" b="1">
                  <a:solidFill>
                    <a:srgbClr val="271443"/>
                  </a:solidFill>
                  <a:latin typeface="Segoe UI"/>
                  <a:ea typeface="Segoe UI"/>
                  <a:cs typeface="Segoe UI"/>
                </a:defRPr>
              </a:pPr>
              <a:r>
                <a:rPr sz="1125" b="1">
                  <a:solidFill>
                    <a:srgbClr val="271443"/>
                  </a:solidFill>
                  <a:latin typeface="Segoe UI"/>
                  <a:ea typeface="Segoe UI"/>
                  <a:cs typeface="Segoe UI"/>
                </a:rPr>
                <a:t>Жергілікті рейтинг</a:t>
              </a:r>
            </a:p>
          </p:txBody>
        </p:sp>
        <p:sp>
          <p:nvSpPr>
            <p:cNvPr id="41" name="Телефон 2 Ықпал симуляторы">
              <a:extLst>
                <a:ext uri="{FF2B5EF4-FFF2-40B4-BE49-F238E27FC236}">
                  <ns2:creationId id="{343D6801-6B42-4421-847E-F9857DD6D9A1}"/>
                </a:ext>
              </a:extLst>
            </p:cNvPr>
            <p:cNvSpPr>
              <a:spLocks noGrp="1"/>
            </p:cNvSpPr>
            <p:nvPr/>
          </p:nvSpPr>
          <p:spPr>
            <a:xfrm>
              <a:off x="5219700" y="5181600"/>
              <a:ext cx="1809750" cy="238125"/>
            </a:xfrm>
            <a:prstGeom prst="rect">
              <a:avLst/>
            </a:prstGeom>
            <a:noFill/>
            <a:ln w="0">
              <a:noFill/>
              <a:prstDash val="solid"/>
            </a:ln>
          </p:spPr>
          <p:txBody>
            <a:bodyPr wrap="square" lIns="0" tIns="0" rIns="0" bIns="0" anchor="t">
              <a:noAutofit/>
            </a:bodyPr>
            <a:lstStyle>
              <a:defPPr algn="l">
                <a:defRPr sz="1125" b="1">
                  <a:solidFill>
                    <a:srgbClr val="7C3AED"/>
                  </a:solidFill>
                  <a:latin typeface="Segoe UI"/>
                  <a:ea typeface="Segoe UI"/>
                  <a:cs typeface="Segoe UI"/>
                </a:defRPr>
              </a:defPPr>
            </a:lstStyle>
            <a:p>
              <a:pPr algn="l">
                <a:lnSpc>
                  <a:spcPct val="108000"/>
                </a:lnSpc>
                <a:buNone/>
                <a:defRPr sz="1125" b="1">
                  <a:solidFill>
                    <a:srgbClr val="7C3AED"/>
                  </a:solidFill>
                  <a:latin typeface="Segoe UI"/>
                  <a:ea typeface="Segoe UI"/>
                  <a:cs typeface="Segoe UI"/>
                </a:defRPr>
              </a:pPr>
              <a:r>
                <a:rPr sz="1125" b="1">
                  <a:solidFill>
                    <a:srgbClr val="7C3AED"/>
                  </a:solidFill>
                  <a:latin typeface="Segoe UI"/>
                  <a:ea typeface="Segoe UI"/>
                  <a:cs typeface="Segoe UI"/>
                </a:rPr>
                <a:t>Ықпал симуляторы</a:t>
              </a:r>
            </a:p>
          </p:txBody>
        </p:sp>
        <p:sp>
          <p:nvSpPr>
            <p:cNvPr id="42" name="Телефон 2 UI">
              <a:extLst>
                <a:ext uri="{FF2B5EF4-FFF2-40B4-BE49-F238E27FC236}">
                  <ns2:creationId id="{2D383D69-D6E7-4AF1-9CA8-2BA71B19A96F}"/>
                </a:ext>
              </a:extLst>
            </p:cNvPr>
            <p:cNvSpPr>
              <a:spLocks noGrp="1"/>
            </p:cNvSpPr>
            <p:nvPr/>
          </p:nvSpPr>
          <p:spPr>
            <a:xfrm>
              <a:off x="5095875" y="5486400"/>
              <a:ext cx="2038350" cy="361950"/>
            </a:xfrm>
            <a:prstGeom prst="roundRect">
              <a:avLst>
                <a:gd name="adj" fmla="val 28947"/>
              </a:avLst>
            </a:prstGeom>
            <a:solidFill>
              <a:srgbClr val="FCFAFF"/>
            </a:solidFill>
            <a:ln w="9525">
              <a:solidFill>
                <a:srgbClr val="FCFAFF"/>
              </a:solidFill>
              <a:prstDash val="solid"/>
            </a:ln>
          </p:spPr>
        </p:sp>
        <p:sp>
          <p:nvSpPr>
            <p:cNvPr id="43" name="Телефон 2 UI">
              <a:extLst>
                <a:ext uri="{FF2B5EF4-FFF2-40B4-BE49-F238E27FC236}">
                  <ns2:creationId id="{2D85FB92-EAAD-463D-8CE6-7668868CCE95}"/>
                </a:ext>
              </a:extLst>
            </p:cNvPr>
            <p:cNvSpPr>
              <a:spLocks noGrp="1"/>
            </p:cNvSpPr>
            <p:nvPr/>
          </p:nvSpPr>
          <p:spPr>
            <a:xfrm>
              <a:off x="5124450" y="5534025"/>
              <a:ext cx="352425" cy="238125"/>
            </a:xfrm>
            <a:prstGeom prst="roundRect">
              <a:avLst>
                <a:gd name="adj" fmla="val 32000"/>
              </a:avLst>
            </a:prstGeom>
            <a:solidFill>
              <a:srgbClr val="EEE6FF"/>
            </a:solidFill>
            <a:ln w="9525">
              <a:solidFill>
                <a:srgbClr val="EEE6FF"/>
              </a:solidFill>
              <a:prstDash val="solid"/>
            </a:ln>
          </p:spPr>
        </p:sp>
        <p:sp>
          <p:nvSpPr>
            <p:cNvPr id="44" name="Телефон 2 Басты">
              <a:extLst>
                <a:ext uri="{FF2B5EF4-FFF2-40B4-BE49-F238E27FC236}">
                  <ns2:creationId id="{B5F0C732-4654-49F6-A709-2C16905524A4}"/>
                </a:ext>
              </a:extLst>
            </p:cNvPr>
            <p:cNvSpPr>
              <a:spLocks noGrp="1"/>
            </p:cNvSpPr>
            <p:nvPr/>
          </p:nvSpPr>
          <p:spPr>
            <a:xfrm>
              <a:off x="5114925" y="5591175"/>
              <a:ext cx="390525" cy="142875"/>
            </a:xfrm>
            <a:prstGeom prst="rect">
              <a:avLst/>
            </a:prstGeom>
            <a:noFill/>
            <a:ln w="0">
              <a:noFill/>
              <a:prstDash val="solid"/>
            </a:ln>
          </p:spPr>
          <p:txBody>
            <a:bodyPr wrap="square" lIns="0" tIns="0" rIns="0" bIns="0" anchor="t">
              <a:noAutofit/>
            </a:bodyPr>
            <a:lstStyle>
              <a:defPPr algn="ctr">
                <a:defRPr sz="563" b="1">
                  <a:solidFill>
                    <a:srgbClr val="7C3AED"/>
                  </a:solidFill>
                  <a:latin typeface="Segoe UI"/>
                  <a:ea typeface="Segoe UI"/>
                  <a:cs typeface="Segoe UI"/>
                </a:defRPr>
              </a:defPPr>
            </a:lstStyle>
            <a:p>
              <a:pPr algn="ctr">
                <a:lnSpc>
                  <a:spcPct val="108000"/>
                </a:lnSpc>
                <a:buNone/>
                <a:defRPr sz="563" b="1">
                  <a:solidFill>
                    <a:srgbClr val="7C3AED"/>
                  </a:solidFill>
                  <a:latin typeface="Segoe UI"/>
                  <a:ea typeface="Segoe UI"/>
                  <a:cs typeface="Segoe UI"/>
                </a:defRPr>
              </a:pPr>
              <a:r>
                <a:rPr sz="563" b="1">
                  <a:solidFill>
                    <a:srgbClr val="7C3AED"/>
                  </a:solidFill>
                  <a:latin typeface="Segoe UI"/>
                  <a:ea typeface="Segoe UI"/>
                  <a:cs typeface="Segoe UI"/>
                </a:rPr>
                <a:t>Басты</a:t>
              </a:r>
            </a:p>
          </p:txBody>
        </p:sp>
        <p:sp>
          <p:nvSpPr>
            <p:cNvPr id="45" name="Телефон 2 Жетістік">
              <a:extLst>
                <a:ext uri="{FF2B5EF4-FFF2-40B4-BE49-F238E27FC236}">
                  <ns2:creationId id="{630A5B9C-0270-41B1-9CC1-5E0384F3A1E9}"/>
                </a:ext>
              </a:extLst>
            </p:cNvPr>
            <p:cNvSpPr>
              <a:spLocks noGrp="1"/>
            </p:cNvSpPr>
            <p:nvPr/>
          </p:nvSpPr>
          <p:spPr>
            <a:xfrm>
              <a:off x="5514975" y="5591175"/>
              <a:ext cx="390525" cy="142875"/>
            </a:xfrm>
            <a:prstGeom prst="rect">
              <a:avLst/>
            </a:prstGeom>
            <a:noFill/>
            <a:ln w="0">
              <a:noFill/>
              <a:prstDash val="solid"/>
            </a:ln>
          </p:spPr>
          <p:txBody>
            <a:bodyPr wrap="square" lIns="0" tIns="0" rIns="0" bIns="0" anchor="t">
              <a:noAutofit/>
            </a:bodyPr>
            <a:lstStyle>
              <a:defPPr algn="ctr">
                <a:defRPr sz="563" b="0">
                  <a:solidFill>
                    <a:srgbClr val="796A8D"/>
                  </a:solidFill>
                  <a:latin typeface="Segoe UI"/>
                  <a:ea typeface="Segoe UI"/>
                  <a:cs typeface="Segoe UI"/>
                </a:defRPr>
              </a:defPPr>
            </a:lstStyle>
            <a:p>
              <a:pPr algn="ctr">
                <a:lnSpc>
                  <a:spcPct val="108000"/>
                </a:lnSpc>
                <a:buNone/>
                <a:defRPr sz="563" b="0">
                  <a:solidFill>
                    <a:srgbClr val="796A8D"/>
                  </a:solidFill>
                  <a:latin typeface="Segoe UI"/>
                  <a:ea typeface="Segoe UI"/>
                  <a:cs typeface="Segoe UI"/>
                </a:defRPr>
              </a:pPr>
              <a:r>
                <a:rPr sz="563" b="0">
                  <a:solidFill>
                    <a:srgbClr val="796A8D"/>
                  </a:solidFill>
                  <a:latin typeface="Segoe UI"/>
                  <a:ea typeface="Segoe UI"/>
                  <a:cs typeface="Segoe UI"/>
                </a:rPr>
                <a:t>Жетістік</a:t>
              </a:r>
            </a:p>
          </p:txBody>
        </p:sp>
        <p:sp>
          <p:nvSpPr>
            <p:cNvPr id="46" name="Телефон 2 Рейтинг">
              <a:extLst>
                <a:ext uri="{FF2B5EF4-FFF2-40B4-BE49-F238E27FC236}">
                  <ns2:creationId id="{D6B59E4D-0A32-4A77-A67A-B031024C415E}"/>
                </a:ext>
              </a:extLst>
            </p:cNvPr>
            <p:cNvSpPr>
              <a:spLocks noGrp="1"/>
            </p:cNvSpPr>
            <p:nvPr/>
          </p:nvSpPr>
          <p:spPr>
            <a:xfrm>
              <a:off x="5915025" y="5591175"/>
              <a:ext cx="390525" cy="142875"/>
            </a:xfrm>
            <a:prstGeom prst="rect">
              <a:avLst/>
            </a:prstGeom>
            <a:noFill/>
            <a:ln w="0">
              <a:noFill/>
              <a:prstDash val="solid"/>
            </a:ln>
          </p:spPr>
          <p:txBody>
            <a:bodyPr wrap="square" lIns="0" tIns="0" rIns="0" bIns="0" anchor="t">
              <a:noAutofit/>
            </a:bodyPr>
            <a:lstStyle>
              <a:defPPr algn="ctr">
                <a:defRPr sz="563" b="0">
                  <a:solidFill>
                    <a:srgbClr val="796A8D"/>
                  </a:solidFill>
                  <a:latin typeface="Segoe UI"/>
                  <a:ea typeface="Segoe UI"/>
                  <a:cs typeface="Segoe UI"/>
                </a:defRPr>
              </a:defPPr>
            </a:lstStyle>
            <a:p>
              <a:pPr algn="ctr">
                <a:lnSpc>
                  <a:spcPct val="108000"/>
                </a:lnSpc>
                <a:buNone/>
                <a:defRPr sz="563" b="0">
                  <a:solidFill>
                    <a:srgbClr val="796A8D"/>
                  </a:solidFill>
                  <a:latin typeface="Segoe UI"/>
                  <a:ea typeface="Segoe UI"/>
                  <a:cs typeface="Segoe UI"/>
                </a:defRPr>
              </a:pPr>
              <a:r>
                <a:rPr sz="563" b="0">
                  <a:solidFill>
                    <a:srgbClr val="796A8D"/>
                  </a:solidFill>
                  <a:latin typeface="Segoe UI"/>
                  <a:ea typeface="Segoe UI"/>
                  <a:cs typeface="Segoe UI"/>
                </a:rPr>
                <a:t>Рейтинг</a:t>
              </a:r>
            </a:p>
          </p:txBody>
        </p:sp>
        <p:sp>
          <p:nvSpPr>
            <p:cNvPr id="47" name="Телефон 2 Талдау">
              <a:extLst>
                <a:ext uri="{FF2B5EF4-FFF2-40B4-BE49-F238E27FC236}">
                  <ns2:creationId id="{3AB9495D-1913-4BFA-A091-7D8ECB4A7505}"/>
                </a:ext>
              </a:extLst>
            </p:cNvPr>
            <p:cNvSpPr>
              <a:spLocks noGrp="1"/>
            </p:cNvSpPr>
            <p:nvPr/>
          </p:nvSpPr>
          <p:spPr>
            <a:xfrm>
              <a:off x="6315075" y="5591175"/>
              <a:ext cx="390525" cy="142875"/>
            </a:xfrm>
            <a:prstGeom prst="rect">
              <a:avLst/>
            </a:prstGeom>
            <a:noFill/>
            <a:ln w="0">
              <a:noFill/>
              <a:prstDash val="solid"/>
            </a:ln>
          </p:spPr>
          <p:txBody>
            <a:bodyPr wrap="square" lIns="0" tIns="0" rIns="0" bIns="0" anchor="t">
              <a:noAutofit/>
            </a:bodyPr>
            <a:lstStyle>
              <a:defPPr algn="ctr">
                <a:defRPr sz="563" b="0">
                  <a:solidFill>
                    <a:srgbClr val="796A8D"/>
                  </a:solidFill>
                  <a:latin typeface="Segoe UI"/>
                  <a:ea typeface="Segoe UI"/>
                  <a:cs typeface="Segoe UI"/>
                </a:defRPr>
              </a:defPPr>
            </a:lstStyle>
            <a:p>
              <a:pPr algn="ctr">
                <a:lnSpc>
                  <a:spcPct val="108000"/>
                </a:lnSpc>
                <a:buNone/>
                <a:defRPr sz="563" b="0">
                  <a:solidFill>
                    <a:srgbClr val="796A8D"/>
                  </a:solidFill>
                  <a:latin typeface="Segoe UI"/>
                  <a:ea typeface="Segoe UI"/>
                  <a:cs typeface="Segoe UI"/>
                </a:defRPr>
              </a:pPr>
              <a:r>
                <a:rPr sz="563" b="0">
                  <a:solidFill>
                    <a:srgbClr val="796A8D"/>
                  </a:solidFill>
                  <a:latin typeface="Segoe UI"/>
                  <a:ea typeface="Segoe UI"/>
                  <a:cs typeface="Segoe UI"/>
                </a:rPr>
                <a:t>Талдау</a:t>
              </a:r>
            </a:p>
          </p:txBody>
        </p:sp>
        <p:sp>
          <p:nvSpPr>
            <p:cNvPr id="48" name="Телефон 2 Профиль">
              <a:extLst>
                <a:ext uri="{FF2B5EF4-FFF2-40B4-BE49-F238E27FC236}">
                  <ns2:creationId id="{41DBCD5D-1678-4DF2-91EA-398DA9DEC76A}"/>
                </a:ext>
              </a:extLst>
            </p:cNvPr>
            <p:cNvSpPr>
              <a:spLocks noGrp="1"/>
            </p:cNvSpPr>
            <p:nvPr/>
          </p:nvSpPr>
          <p:spPr>
            <a:xfrm>
              <a:off x="6715125" y="5591175"/>
              <a:ext cx="390525" cy="142875"/>
            </a:xfrm>
            <a:prstGeom prst="rect">
              <a:avLst/>
            </a:prstGeom>
            <a:noFill/>
            <a:ln w="0">
              <a:noFill/>
              <a:prstDash val="solid"/>
            </a:ln>
          </p:spPr>
          <p:txBody>
            <a:bodyPr wrap="square" lIns="0" tIns="0" rIns="0" bIns="0" anchor="t">
              <a:noAutofit/>
            </a:bodyPr>
            <a:lstStyle>
              <a:defPPr algn="ctr">
                <a:defRPr sz="563" b="0">
                  <a:solidFill>
                    <a:srgbClr val="796A8D"/>
                  </a:solidFill>
                  <a:latin typeface="Segoe UI"/>
                  <a:ea typeface="Segoe UI"/>
                  <a:cs typeface="Segoe UI"/>
                </a:defRPr>
              </a:defPPr>
            </a:lstStyle>
            <a:p>
              <a:pPr algn="ctr">
                <a:lnSpc>
                  <a:spcPct val="108000"/>
                </a:lnSpc>
                <a:buNone/>
                <a:defRPr sz="563" b="0">
                  <a:solidFill>
                    <a:srgbClr val="796A8D"/>
                  </a:solidFill>
                  <a:latin typeface="Segoe UI"/>
                  <a:ea typeface="Segoe UI"/>
                  <a:cs typeface="Segoe UI"/>
                </a:defRPr>
              </a:pPr>
              <a:r>
                <a:rPr sz="563" b="0">
                  <a:solidFill>
                    <a:srgbClr val="796A8D"/>
                  </a:solidFill>
                  <a:latin typeface="Segoe UI"/>
                  <a:ea typeface="Segoe UI"/>
                  <a:cs typeface="Segoe UI"/>
                </a:rPr>
                <a:t>Профиль</a:t>
              </a:r>
            </a:p>
          </p:txBody>
        </p:sp>
      </p:grpSp>
      <p:grpSp>
        <p:nvGrpSpPr>
          <p:cNvPr id="74" name="3 смартфонның макеті"/>
          <p:cNvGrpSpPr/>
          <p:nvPr/>
        </p:nvGrpSpPr>
        <p:grpSpPr>
          <a:xfrm>
            <a:off x="8905875" y="1743075"/>
            <a:ext cx="2266950" cy="4429125"/>
            <a:chOff x="8905875" y="1743075"/>
            <a:chExt cx="2266950" cy="4429125"/>
          </a:xfrm>
        </p:grpSpPr>
        <p:sp>
          <p:nvSpPr>
            <p:cNvPr id="7" name="Телефон 3 рамка">
              <a:extLst>
                <a:ext uri="{FF2B5EF4-FFF2-40B4-BE49-F238E27FC236}">
                  <ns2:creationId id="{53282E3A-FC17-B9FF-87A4-5434FC27D761}"/>
                </a:ext>
              </a:extLst>
            </p:cNvPr>
            <p:cNvSpPr>
              <a:spLocks noGrp="1"/>
            </p:cNvSpPr>
            <p:nvPr/>
          </p:nvSpPr>
          <p:spPr>
            <a:xfrm>
              <a:off x="8905875" y="1743075"/>
              <a:ext cx="2266950" cy="4181475"/>
            </a:xfrm>
            <a:prstGeom prst="roundRect">
              <a:avLst>
                <a:gd name="adj" fmla="val 13866"/>
              </a:avLst>
            </a:prstGeom>
            <a:solidFill>
              <a:srgbClr val="DDD4EB"/>
            </a:solidFill>
            <a:ln w="9525">
              <a:solidFill>
                <a:srgbClr val="D4C8E4"/>
              </a:solidFill>
            </a:ln>
          </p:spPr>
          <p:style>
            <a:lnRef idx="2">
              <a:schemeClr val="accent1">
                <a:shade val="15000"/>
              </a:schemeClr>
            </a:lnRef>
            <a:fillRef idx="1">
              <a:schemeClr val="accent1"/>
            </a:fillRef>
            <a:effectRef idx="4"/>
            <a:fontRef idx="minor">
              <a:schemeClr val="lt1"/>
            </a:fontRef>
          </p:style>
          <p:txBody>
            <a:bodyPr anchor="ctr"/>
            <a:lstStyle/>
            <a:p>
              <a:pPr algn="ctr">
                <a:buNone/>
              </a:pPr>
              <a:endParaRPr/>
            </a:p>
          </p:txBody>
        </p:sp>
        <p:sp>
          <p:nvSpPr>
            <p:cNvPr id="21" name="Телефон 3 UI">
              <a:extLst>
                <a:ext uri="{FF2B5EF4-FFF2-40B4-BE49-F238E27FC236}">
                  <ns2:creationId id="{C7C0C355-928E-4EDA-A03A-0A72F5445CD0}"/>
                </a:ext>
              </a:extLst>
            </p:cNvPr>
            <p:cNvSpPr>
              <a:spLocks noGrp="1"/>
            </p:cNvSpPr>
            <p:nvPr/>
          </p:nvSpPr>
          <p:spPr>
            <a:xfrm>
              <a:off x="8963025" y="1800225"/>
              <a:ext cx="2152650" cy="4067175"/>
            </a:xfrm>
            <a:prstGeom prst="roundRect">
              <a:avLst>
                <a:gd name="adj" fmla="val 12832"/>
              </a:avLst>
            </a:prstGeom>
            <a:solidFill>
              <a:srgbClr val="FFFFFF"/>
            </a:solidFill>
            <a:ln w="9525">
              <a:solidFill>
                <a:srgbClr val="FFFFFF"/>
              </a:solidFill>
              <a:prstDash val="solid"/>
            </a:ln>
          </p:spPr>
        </p:sp>
        <p:sp>
          <p:nvSpPr>
            <p:cNvPr id="22" name="Телефон 3 UI">
              <a:extLst>
                <a:ext uri="{FF2B5EF4-FFF2-40B4-BE49-F238E27FC236}">
                  <ns2:creationId id="{469BD847-BD4D-490F-B361-09E71459EFC8}"/>
                </a:ext>
              </a:extLst>
            </p:cNvPr>
            <p:cNvSpPr>
              <a:spLocks noGrp="1"/>
            </p:cNvSpPr>
            <p:nvPr/>
          </p:nvSpPr>
          <p:spPr>
            <a:xfrm>
              <a:off x="9715500" y="1876425"/>
              <a:ext cx="647700" cy="142875"/>
            </a:xfrm>
            <a:prstGeom prst="roundRect">
              <a:avLst>
                <a:gd name="adj" fmla="val 46667"/>
              </a:avLst>
            </a:prstGeom>
            <a:solidFill>
              <a:srgbClr val="271443"/>
            </a:solidFill>
            <a:ln w="9525">
              <a:solidFill>
                <a:srgbClr val="271443"/>
              </a:solidFill>
              <a:prstDash val="solid"/>
            </a:ln>
          </p:spPr>
        </p:sp>
        <p:sp>
          <p:nvSpPr>
            <p:cNvPr id="23" name="Телефон 3 Dáreje">
              <a:extLst>
                <a:ext uri="{FF2B5EF4-FFF2-40B4-BE49-F238E27FC236}">
                  <ns2:creationId id="{31B3E120-1085-4C1B-A5DE-67A87EF75608}"/>
                </a:ext>
              </a:extLst>
            </p:cNvPr>
            <p:cNvSpPr>
              <a:spLocks noGrp="1"/>
            </p:cNvSpPr>
            <p:nvPr/>
          </p:nvSpPr>
          <p:spPr>
            <a:xfrm>
              <a:off x="9096375" y="2133600"/>
              <a:ext cx="1885950" cy="361950"/>
            </a:xfrm>
            <a:prstGeom prst="rect">
              <a:avLst/>
            </a:prstGeom>
            <a:noFill/>
            <a:ln w="0">
              <a:noFill/>
              <a:prstDash val="solid"/>
            </a:ln>
          </p:spPr>
          <p:txBody>
            <a:bodyPr wrap="square" lIns="0" tIns="0" rIns="0" bIns="0" anchor="t">
              <a:noAutofit/>
            </a:bodyPr>
            <a:lstStyle>
              <a:defPPr algn="ctr">
                <a:defRPr sz="2100" b="1">
                  <a:solidFill>
                    <a:srgbClr val="4C1D95"/>
                  </a:solidFill>
                  <a:latin typeface="Segoe UI"/>
                  <a:ea typeface="Segoe UI"/>
                  <a:cs typeface="Segoe UI"/>
                </a:defRPr>
              </a:defPPr>
            </a:lstStyle>
            <a:p>
              <a:pPr algn="ctr">
                <a:lnSpc>
                  <a:spcPct val="108000"/>
                </a:lnSpc>
                <a:buNone/>
                <a:defRPr sz="2100" b="1">
                  <a:solidFill>
                    <a:srgbClr val="4C1D95"/>
                  </a:solidFill>
                  <a:latin typeface="Segoe UI"/>
                  <a:ea typeface="Segoe UI"/>
                  <a:cs typeface="Segoe UI"/>
                </a:defRPr>
              </a:pPr>
              <a:r>
                <a:rPr sz="2100" b="1">
                  <a:solidFill>
                    <a:srgbClr val="4C1D95"/>
                  </a:solidFill>
                  <a:latin typeface="Segoe UI"/>
                  <a:ea typeface="Segoe UI"/>
                  <a:cs typeface="Segoe UI"/>
                </a:rPr>
                <a:t>Dáreje</a:t>
              </a:r>
            </a:p>
          </p:txBody>
        </p:sp>
        <p:sp>
          <p:nvSpPr>
            <p:cNvPr id="24" name="Телефон 3 Скриншот орны">
              <a:extLst>
                <a:ext uri="{FF2B5EF4-FFF2-40B4-BE49-F238E27FC236}">
                  <ns2:creationId id="{8EA3536E-55A5-41E7-A57A-5ECC2AA4579C}"/>
                </a:ext>
              </a:extLst>
            </p:cNvPr>
            <p:cNvSpPr>
              <a:spLocks noGrp="1"/>
            </p:cNvSpPr>
            <p:nvPr/>
          </p:nvSpPr>
          <p:spPr>
            <a:xfrm>
              <a:off x="9096375" y="5915025"/>
              <a:ext cx="1885950" cy="257175"/>
            </a:xfrm>
            <a:prstGeom prst="rect">
              <a:avLst/>
            </a:prstGeom>
            <a:noFill/>
            <a:ln w="0">
              <a:noFill/>
              <a:prstDash val="solid"/>
            </a:ln>
          </p:spPr>
          <p:txBody>
            <a:bodyPr wrap="square" lIns="0" tIns="0" rIns="0" bIns="0" anchor="t">
              <a:noAutofit/>
            </a:bodyPr>
            <a:lstStyle>
              <a:defPPr algn="ctr">
                <a:defRPr sz="1200" b="0">
                  <a:solidFill>
                    <a:srgbClr val="796A8D"/>
                  </a:solidFill>
                  <a:latin typeface="Segoe UI"/>
                  <a:ea typeface="Segoe UI"/>
                  <a:cs typeface="Segoe UI"/>
                </a:defRPr>
              </a:defPPr>
            </a:lstStyle>
            <a:p>
              <a:pPr algn="ctr">
                <a:lnSpc>
                  <a:spcPct val="108000"/>
                </a:lnSpc>
                <a:buNone/>
                <a:defRPr sz="1200" b="0">
                  <a:solidFill>
                    <a:srgbClr val="796A8D"/>
                  </a:solidFill>
                  <a:latin typeface="Segoe UI"/>
                  <a:ea typeface="Segoe UI"/>
                  <a:cs typeface="Segoe UI"/>
                </a:defRPr>
              </a:pPr>
              <a:r>
                <a:rPr sz="1200" b="0">
                  <a:solidFill>
                    <a:srgbClr val="796A8D"/>
                  </a:solidFill>
                  <a:latin typeface="Segoe UI"/>
                  <a:ea typeface="Segoe UI"/>
                  <a:cs typeface="Segoe UI"/>
                </a:rPr>
                <a:t>Скриншот орны</a:t>
              </a:r>
            </a:p>
          </p:txBody>
        </p:sp>
        <p:sp>
          <p:nvSpPr>
            <p:cNvPr id="49" name="Телефон 3 UI">
              <a:extLst>
                <a:ext uri="{FF2B5EF4-FFF2-40B4-BE49-F238E27FC236}">
                  <ns2:creationId id="{1C47E79C-C79A-4621-AB44-564B208D5888}"/>
                </a:ext>
              </a:extLst>
            </p:cNvPr>
            <p:cNvSpPr>
              <a:spLocks noGrp="1"/>
            </p:cNvSpPr>
            <p:nvPr/>
          </p:nvSpPr>
          <p:spPr>
            <a:xfrm>
              <a:off x="9753600" y="2571750"/>
              <a:ext cx="571500" cy="571500"/>
            </a:xfrm>
            <a:prstGeom prst="roundRect">
              <a:avLst>
                <a:gd name="adj" fmla="val 50000"/>
              </a:avLst>
            </a:prstGeom>
            <a:solidFill>
              <a:srgbClr val="F5F3FF"/>
            </a:solidFill>
            <a:ln w="9525">
              <a:solidFill>
                <a:srgbClr val="F5F3FF"/>
              </a:solidFill>
              <a:prstDash val="solid"/>
            </a:ln>
          </p:spPr>
        </p:sp>
        <p:sp>
          <p:nvSpPr>
            <p:cNvPr id="50" name="Телефон 3 СТ">
              <a:extLst>
                <a:ext uri="{FF2B5EF4-FFF2-40B4-BE49-F238E27FC236}">
                  <ns2:creationId id="{2B2BB918-B34C-42CF-A7AF-8FD51D69AAB1}"/>
                </a:ext>
              </a:extLst>
            </p:cNvPr>
            <p:cNvSpPr>
              <a:spLocks noGrp="1"/>
            </p:cNvSpPr>
            <p:nvPr/>
          </p:nvSpPr>
          <p:spPr>
            <a:xfrm>
              <a:off x="9753600" y="2714625"/>
              <a:ext cx="571500" cy="295275"/>
            </a:xfrm>
            <a:prstGeom prst="rect">
              <a:avLst/>
            </a:prstGeom>
            <a:noFill/>
            <a:ln w="0">
              <a:noFill/>
              <a:prstDash val="solid"/>
            </a:ln>
          </p:spPr>
          <p:txBody>
            <a:bodyPr wrap="square" lIns="0" tIns="0" rIns="0" bIns="0" anchor="t">
              <a:noAutofit/>
            </a:bodyPr>
            <a:lstStyle>
              <a:defPPr algn="ctr">
                <a:defRPr sz="1650" b="1">
                  <a:solidFill>
                    <a:srgbClr val="7C3AED"/>
                  </a:solidFill>
                  <a:latin typeface="Segoe UI"/>
                  <a:ea typeface="Segoe UI"/>
                  <a:cs typeface="Segoe UI"/>
                </a:defRPr>
              </a:defPPr>
            </a:lstStyle>
            <a:p>
              <a:pPr algn="ctr">
                <a:lnSpc>
                  <a:spcPct val="108000"/>
                </a:lnSpc>
                <a:buNone/>
                <a:defRPr sz="1650" b="1">
                  <a:solidFill>
                    <a:srgbClr val="7C3AED"/>
                  </a:solidFill>
                  <a:latin typeface="Segoe UI"/>
                  <a:ea typeface="Segoe UI"/>
                  <a:cs typeface="Segoe UI"/>
                </a:defRPr>
              </a:pPr>
              <a:r>
                <a:rPr sz="1650" b="1">
                  <a:solidFill>
                    <a:srgbClr val="7C3AED"/>
                  </a:solidFill>
                  <a:latin typeface="Segoe UI"/>
                  <a:ea typeface="Segoe UI"/>
                  <a:cs typeface="Segoe UI"/>
                </a:rPr>
                <a:t>СТ</a:t>
              </a:r>
            </a:p>
          </p:txBody>
        </p:sp>
        <p:sp>
          <p:nvSpPr>
            <p:cNvPr id="51" name="Телефон 3 Студент профилі">
              <a:extLst>
                <a:ext uri="{FF2B5EF4-FFF2-40B4-BE49-F238E27FC236}">
                  <ns2:creationId id="{1EA291D0-22D4-4A7A-82F1-F5B8CB02D8DB}"/>
                </a:ext>
              </a:extLst>
            </p:cNvPr>
            <p:cNvSpPr>
              <a:spLocks noGrp="1"/>
            </p:cNvSpPr>
            <p:nvPr/>
          </p:nvSpPr>
          <p:spPr>
            <a:xfrm>
              <a:off x="9096375" y="3295650"/>
              <a:ext cx="1885950" cy="295275"/>
            </a:xfrm>
            <a:prstGeom prst="rect">
              <a:avLst/>
            </a:prstGeom>
            <a:noFill/>
            <a:ln w="0">
              <a:noFill/>
              <a:prstDash val="solid"/>
            </a:ln>
          </p:spPr>
          <p:txBody>
            <a:bodyPr wrap="square" lIns="0" tIns="0" rIns="0" bIns="0" anchor="t">
              <a:noAutofit/>
            </a:bodyPr>
            <a:lstStyle>
              <a:defPPr algn="ctr">
                <a:defRPr sz="1350" b="1">
                  <a:solidFill>
                    <a:srgbClr val="4C1D95"/>
                  </a:solidFill>
                  <a:latin typeface="Segoe UI"/>
                  <a:ea typeface="Segoe UI"/>
                  <a:cs typeface="Segoe UI"/>
                </a:defRPr>
              </a:defPPr>
            </a:lstStyle>
            <a:p>
              <a:pPr algn="ctr">
                <a:lnSpc>
                  <a:spcPct val="108000"/>
                </a:lnSpc>
                <a:buNone/>
                <a:defRPr sz="1350" b="1">
                  <a:solidFill>
                    <a:srgbClr val="4C1D95"/>
                  </a:solidFill>
                  <a:latin typeface="Segoe UI"/>
                  <a:ea typeface="Segoe UI"/>
                  <a:cs typeface="Segoe UI"/>
                </a:defRPr>
              </a:pPr>
              <a:r>
                <a:rPr sz="1350" b="1">
                  <a:solidFill>
                    <a:srgbClr val="4C1D95"/>
                  </a:solidFill>
                  <a:latin typeface="Segoe UI"/>
                  <a:ea typeface="Segoe UI"/>
                  <a:cs typeface="Segoe UI"/>
                </a:rPr>
                <a:t>Студент профилі</a:t>
              </a:r>
            </a:p>
          </p:txBody>
        </p:sp>
        <p:sp>
          <p:nvSpPr>
            <p:cNvPr id="52" name="Телефон 3 Оқу деректері толтырылад">
              <a:extLst>
                <a:ext uri="{FF2B5EF4-FFF2-40B4-BE49-F238E27FC236}">
                  <ns2:creationId id="{D5130937-C1F7-4C31-A614-2DF7BA26D98B}"/>
                </a:ext>
              </a:extLst>
            </p:cNvPr>
            <p:cNvSpPr>
              <a:spLocks noGrp="1"/>
            </p:cNvSpPr>
            <p:nvPr/>
          </p:nvSpPr>
          <p:spPr>
            <a:xfrm>
              <a:off x="9020175" y="3648075"/>
              <a:ext cx="2038350" cy="190500"/>
            </a:xfrm>
            <a:prstGeom prst="rect">
              <a:avLst/>
            </a:prstGeom>
            <a:noFill/>
            <a:ln w="0">
              <a:noFill/>
              <a:prstDash val="solid"/>
            </a:ln>
          </p:spPr>
          <p:txBody>
            <a:bodyPr wrap="square" lIns="0" tIns="0" rIns="0" bIns="0" anchor="t">
              <a:noAutofit/>
            </a:bodyPr>
            <a:lstStyle>
              <a:defPPr algn="ctr">
                <a:defRPr sz="825" b="0">
                  <a:solidFill>
                    <a:srgbClr val="796A8D"/>
                  </a:solidFill>
                  <a:latin typeface="Segoe UI"/>
                  <a:ea typeface="Segoe UI"/>
                  <a:cs typeface="Segoe UI"/>
                </a:defRPr>
              </a:defPPr>
            </a:lstStyle>
            <a:p>
              <a:pPr algn="ctr">
                <a:lnSpc>
                  <a:spcPct val="108000"/>
                </a:lnSpc>
                <a:buNone/>
                <a:defRPr sz="825" b="0">
                  <a:solidFill>
                    <a:srgbClr val="796A8D"/>
                  </a:solidFill>
                  <a:latin typeface="Segoe UI"/>
                  <a:ea typeface="Segoe UI"/>
                  <a:cs typeface="Segoe UI"/>
                </a:defRPr>
              </a:pPr>
              <a:r>
                <a:rPr sz="825" b="0">
                  <a:solidFill>
                    <a:srgbClr val="796A8D"/>
                  </a:solidFill>
                  <a:latin typeface="Segoe UI"/>
                  <a:ea typeface="Segoe UI"/>
                  <a:cs typeface="Segoe UI"/>
                </a:rPr>
                <a:t>Оқу деректері толтырылады</a:t>
              </a:r>
            </a:p>
          </p:txBody>
        </p:sp>
        <p:sp>
          <p:nvSpPr>
            <p:cNvPr id="53" name="Телефон 3 Оқу">
              <a:extLst>
                <a:ext uri="{FF2B5EF4-FFF2-40B4-BE49-F238E27FC236}">
                  <ns2:creationId id="{AB691546-CF9C-4CA0-AAE9-9FDA628C6E7F}"/>
                </a:ext>
              </a:extLst>
            </p:cNvPr>
            <p:cNvSpPr>
              <a:spLocks noGrp="1"/>
            </p:cNvSpPr>
            <p:nvPr/>
          </p:nvSpPr>
          <p:spPr>
            <a:xfrm>
              <a:off x="9105900" y="3990975"/>
              <a:ext cx="1552575" cy="190500"/>
            </a:xfrm>
            <a:prstGeom prst="rect">
              <a:avLst/>
            </a:prstGeom>
            <a:noFill/>
            <a:ln w="0">
              <a:noFill/>
              <a:prstDash val="solid"/>
            </a:ln>
          </p:spPr>
          <p:txBody>
            <a:bodyPr wrap="square" lIns="0" tIns="0" rIns="0" bIns="0" anchor="t">
              <a:noAutofit/>
            </a:bodyPr>
            <a:lstStyle>
              <a:defPPr algn="l">
                <a:defRPr sz="900" b="0">
                  <a:solidFill>
                    <a:srgbClr val="796A8D"/>
                  </a:solidFill>
                  <a:latin typeface="Segoe UI"/>
                  <a:ea typeface="Segoe UI"/>
                  <a:cs typeface="Segoe UI"/>
                </a:defRPr>
              </a:defPPr>
            </a:lstStyle>
            <a:p>
              <a:pPr algn="l">
                <a:lnSpc>
                  <a:spcPct val="108000"/>
                </a:lnSpc>
                <a:buNone/>
                <a:defRPr sz="900" b="0">
                  <a:solidFill>
                    <a:srgbClr val="796A8D"/>
                  </a:solidFill>
                  <a:latin typeface="Segoe UI"/>
                  <a:ea typeface="Segoe UI"/>
                  <a:cs typeface="Segoe UI"/>
                </a:defRPr>
              </a:pPr>
              <a:r>
                <a:rPr sz="900" b="0">
                  <a:solidFill>
                    <a:srgbClr val="796A8D"/>
                  </a:solidFill>
                  <a:latin typeface="Segoe UI"/>
                  <a:ea typeface="Segoe UI"/>
                  <a:cs typeface="Segoe UI"/>
                </a:rPr>
                <a:t>Оқу</a:t>
              </a:r>
            </a:p>
          </p:txBody>
        </p:sp>
        <p:sp>
          <p:nvSpPr>
            <p:cNvPr id="54" name="Телефон 3 60">
              <a:extLst>
                <a:ext uri="{FF2B5EF4-FFF2-40B4-BE49-F238E27FC236}">
                  <ns2:creationId id="{C976D76E-46B9-4CBE-BCF8-651139C9B6E2}"/>
                </a:ext>
              </a:extLst>
            </p:cNvPr>
            <p:cNvSpPr>
              <a:spLocks noGrp="1"/>
            </p:cNvSpPr>
            <p:nvPr/>
          </p:nvSpPr>
          <p:spPr>
            <a:xfrm>
              <a:off x="10591800" y="3990975"/>
              <a:ext cx="333375" cy="190500"/>
            </a:xfrm>
            <a:prstGeom prst="rect">
              <a:avLst/>
            </a:prstGeom>
            <a:noFill/>
            <a:ln w="0">
              <a:noFill/>
              <a:prstDash val="solid"/>
            </a:ln>
          </p:spPr>
          <p:txBody>
            <a:bodyPr wrap="square" lIns="0" tIns="0" rIns="0" bIns="0" anchor="t">
              <a:noAutofit/>
            </a:bodyPr>
            <a:lstStyle>
              <a:defPPr algn="r">
                <a:defRPr sz="900" b="1">
                  <a:solidFill>
                    <a:srgbClr val="7C3AED"/>
                  </a:solidFill>
                  <a:latin typeface="Segoe UI"/>
                  <a:ea typeface="Segoe UI"/>
                  <a:cs typeface="Segoe UI"/>
                </a:defRPr>
              </a:defPPr>
            </a:lstStyle>
            <a:p>
              <a:pPr algn="r">
                <a:lnSpc>
                  <a:spcPct val="108000"/>
                </a:lnSpc>
                <a:buNone/>
                <a:defRPr sz="900" b="1">
                  <a:solidFill>
                    <a:srgbClr val="7C3AED"/>
                  </a:solidFill>
                  <a:latin typeface="Segoe UI"/>
                  <a:ea typeface="Segoe UI"/>
                  <a:cs typeface="Segoe UI"/>
                </a:defRPr>
              </a:pPr>
              <a:r>
                <a:rPr sz="900" b="1">
                  <a:solidFill>
                    <a:srgbClr val="7C3AED"/>
                  </a:solidFill>
                  <a:latin typeface="Segoe UI"/>
                  <a:ea typeface="Segoe UI"/>
                  <a:cs typeface="Segoe UI"/>
                </a:rPr>
                <a:t>60</a:t>
              </a:r>
            </a:p>
          </p:txBody>
        </p:sp>
        <p:sp>
          <p:nvSpPr>
            <p:cNvPr id="55" name="Телефон 3 UI">
              <a:extLst>
                <a:ext uri="{FF2B5EF4-FFF2-40B4-BE49-F238E27FC236}">
                  <ns2:creationId id="{49736BD5-97A2-4C44-B3D9-DFE9660AF41B}"/>
                </a:ext>
              </a:extLst>
            </p:cNvPr>
            <p:cNvSpPr>
              <a:spLocks noGrp="1"/>
            </p:cNvSpPr>
            <p:nvPr/>
          </p:nvSpPr>
          <p:spPr>
            <a:xfrm>
              <a:off x="9105900" y="4229100"/>
              <a:ext cx="1838325" cy="76200"/>
            </a:xfrm>
            <a:prstGeom prst="roundRect">
              <a:avLst>
                <a:gd name="adj" fmla="val 50000"/>
              </a:avLst>
            </a:prstGeom>
            <a:solidFill>
              <a:srgbClr val="F5F3FF"/>
            </a:solidFill>
            <a:ln w="9525">
              <a:solidFill>
                <a:srgbClr val="F5F3FF"/>
              </a:solidFill>
              <a:prstDash val="solid"/>
            </a:ln>
          </p:spPr>
        </p:sp>
        <p:sp>
          <p:nvSpPr>
            <p:cNvPr id="56" name="Телефон 3 UI">
              <a:extLst>
                <a:ext uri="{FF2B5EF4-FFF2-40B4-BE49-F238E27FC236}">
                  <ns2:creationId id="{83BA819B-769D-44B3-ADEE-926BF032CF02}"/>
                </a:ext>
              </a:extLst>
            </p:cNvPr>
            <p:cNvSpPr>
              <a:spLocks noGrp="1"/>
            </p:cNvSpPr>
            <p:nvPr/>
          </p:nvSpPr>
          <p:spPr>
            <a:xfrm>
              <a:off x="9105900" y="4229100"/>
              <a:ext cx="1102995" cy="76200"/>
            </a:xfrm>
            <a:prstGeom prst="roundRect">
              <a:avLst>
                <a:gd name="adj" fmla="val 50000"/>
              </a:avLst>
            </a:prstGeom>
            <a:solidFill>
              <a:srgbClr val="7C3AED"/>
            </a:solidFill>
            <a:ln w="9525">
              <a:solidFill>
                <a:srgbClr val="7C3AED"/>
              </a:solidFill>
              <a:prstDash val="solid"/>
            </a:ln>
          </p:spPr>
        </p:sp>
        <p:sp>
          <p:nvSpPr>
            <p:cNvPr id="57" name="Телефон 3 Бағдарламалау">
              <a:extLst>
                <a:ext uri="{FF2B5EF4-FFF2-40B4-BE49-F238E27FC236}">
                  <ns2:creationId id="{32670924-4A2B-411F-9F06-3FADDBCEB55C}"/>
                </a:ext>
              </a:extLst>
            </p:cNvPr>
            <p:cNvSpPr>
              <a:spLocks noGrp="1"/>
            </p:cNvSpPr>
            <p:nvPr/>
          </p:nvSpPr>
          <p:spPr>
            <a:xfrm>
              <a:off x="9105900" y="4448175"/>
              <a:ext cx="1552575" cy="190500"/>
            </a:xfrm>
            <a:prstGeom prst="rect">
              <a:avLst/>
            </a:prstGeom>
            <a:noFill/>
            <a:ln w="0">
              <a:noFill/>
              <a:prstDash val="solid"/>
            </a:ln>
          </p:spPr>
          <p:txBody>
            <a:bodyPr wrap="square" lIns="0" tIns="0" rIns="0" bIns="0" anchor="t">
              <a:noAutofit/>
            </a:bodyPr>
            <a:lstStyle>
              <a:defPPr algn="l">
                <a:defRPr sz="900" b="0">
                  <a:solidFill>
                    <a:srgbClr val="796A8D"/>
                  </a:solidFill>
                  <a:latin typeface="Segoe UI"/>
                  <a:ea typeface="Segoe UI"/>
                  <a:cs typeface="Segoe UI"/>
                </a:defRPr>
              </a:defPPr>
            </a:lstStyle>
            <a:p>
              <a:pPr algn="l">
                <a:lnSpc>
                  <a:spcPct val="108000"/>
                </a:lnSpc>
                <a:buNone/>
                <a:defRPr sz="900" b="0">
                  <a:solidFill>
                    <a:srgbClr val="796A8D"/>
                  </a:solidFill>
                  <a:latin typeface="Segoe UI"/>
                  <a:ea typeface="Segoe UI"/>
                  <a:cs typeface="Segoe UI"/>
                </a:defRPr>
              </a:pPr>
              <a:r>
                <a:rPr sz="900" b="0">
                  <a:solidFill>
                    <a:srgbClr val="796A8D"/>
                  </a:solidFill>
                  <a:latin typeface="Segoe UI"/>
                  <a:ea typeface="Segoe UI"/>
                  <a:cs typeface="Segoe UI"/>
                </a:rPr>
                <a:t>Бағдарламалау</a:t>
              </a:r>
            </a:p>
          </p:txBody>
        </p:sp>
        <p:sp>
          <p:nvSpPr>
            <p:cNvPr id="58" name="Телефон 3 68">
              <a:extLst>
                <a:ext uri="{FF2B5EF4-FFF2-40B4-BE49-F238E27FC236}">
                  <ns2:creationId id="{30AAB087-58E5-466A-A6B0-63809D0D235A}"/>
                </a:ext>
              </a:extLst>
            </p:cNvPr>
            <p:cNvSpPr>
              <a:spLocks noGrp="1"/>
            </p:cNvSpPr>
            <p:nvPr/>
          </p:nvSpPr>
          <p:spPr>
            <a:xfrm>
              <a:off x="10591800" y="4448175"/>
              <a:ext cx="333375" cy="190500"/>
            </a:xfrm>
            <a:prstGeom prst="rect">
              <a:avLst/>
            </a:prstGeom>
            <a:noFill/>
            <a:ln w="0">
              <a:noFill/>
              <a:prstDash val="solid"/>
            </a:ln>
          </p:spPr>
          <p:txBody>
            <a:bodyPr wrap="square" lIns="0" tIns="0" rIns="0" bIns="0" anchor="t">
              <a:noAutofit/>
            </a:bodyPr>
            <a:lstStyle>
              <a:defPPr algn="r">
                <a:defRPr sz="900" b="1">
                  <a:solidFill>
                    <a:srgbClr val="7C3AED"/>
                  </a:solidFill>
                  <a:latin typeface="Segoe UI"/>
                  <a:ea typeface="Segoe UI"/>
                  <a:cs typeface="Segoe UI"/>
                </a:defRPr>
              </a:defPPr>
            </a:lstStyle>
            <a:p>
              <a:pPr algn="r">
                <a:lnSpc>
                  <a:spcPct val="108000"/>
                </a:lnSpc>
                <a:buNone/>
                <a:defRPr sz="900" b="1">
                  <a:solidFill>
                    <a:srgbClr val="7C3AED"/>
                  </a:solidFill>
                  <a:latin typeface="Segoe UI"/>
                  <a:ea typeface="Segoe UI"/>
                  <a:cs typeface="Segoe UI"/>
                </a:defRPr>
              </a:pPr>
              <a:r>
                <a:rPr sz="900" b="1">
                  <a:solidFill>
                    <a:srgbClr val="7C3AED"/>
                  </a:solidFill>
                  <a:latin typeface="Segoe UI"/>
                  <a:ea typeface="Segoe UI"/>
                  <a:cs typeface="Segoe UI"/>
                </a:rPr>
                <a:t>68</a:t>
              </a:r>
            </a:p>
          </p:txBody>
        </p:sp>
        <p:sp>
          <p:nvSpPr>
            <p:cNvPr id="59" name="Телефон 3 UI">
              <a:extLst>
                <a:ext uri="{FF2B5EF4-FFF2-40B4-BE49-F238E27FC236}">
                  <ns2:creationId id="{BABEF875-2194-4B1C-A4CD-1A6BE3F51FD3}"/>
                </a:ext>
              </a:extLst>
            </p:cNvPr>
            <p:cNvSpPr>
              <a:spLocks noGrp="1"/>
            </p:cNvSpPr>
            <p:nvPr/>
          </p:nvSpPr>
          <p:spPr>
            <a:xfrm>
              <a:off x="9105900" y="4686300"/>
              <a:ext cx="1838325" cy="76200"/>
            </a:xfrm>
            <a:prstGeom prst="roundRect">
              <a:avLst>
                <a:gd name="adj" fmla="val 50000"/>
              </a:avLst>
            </a:prstGeom>
            <a:solidFill>
              <a:srgbClr val="F5F3FF"/>
            </a:solidFill>
            <a:ln w="9525">
              <a:solidFill>
                <a:srgbClr val="F5F3FF"/>
              </a:solidFill>
              <a:prstDash val="solid"/>
            </a:ln>
          </p:spPr>
        </p:sp>
        <p:sp>
          <p:nvSpPr>
            <p:cNvPr id="60" name="Телефон 3 UI">
              <a:extLst>
                <a:ext uri="{FF2B5EF4-FFF2-40B4-BE49-F238E27FC236}">
                  <ns2:creationId id="{F8B75CD6-385F-44E9-947F-723850D5A375}"/>
                </a:ext>
              </a:extLst>
            </p:cNvPr>
            <p:cNvSpPr>
              <a:spLocks noGrp="1"/>
            </p:cNvSpPr>
            <p:nvPr/>
          </p:nvSpPr>
          <p:spPr>
            <a:xfrm>
              <a:off x="9105900" y="4686300"/>
              <a:ext cx="1250061" cy="76200"/>
            </a:xfrm>
            <a:prstGeom prst="roundRect">
              <a:avLst>
                <a:gd name="adj" fmla="val 50000"/>
              </a:avLst>
            </a:prstGeom>
            <a:solidFill>
              <a:srgbClr val="7C3AED"/>
            </a:solidFill>
            <a:ln w="9525">
              <a:solidFill>
                <a:srgbClr val="7C3AED"/>
              </a:solidFill>
              <a:prstDash val="solid"/>
            </a:ln>
          </p:spPr>
        </p:sp>
        <p:sp>
          <p:nvSpPr>
            <p:cNvPr id="61" name="Телефон 3 Жобалар">
              <a:extLst>
                <a:ext uri="{FF2B5EF4-FFF2-40B4-BE49-F238E27FC236}">
                  <ns2:creationId id="{5DE23BDC-A5AF-4387-B54D-98C0E2435D4D}"/>
                </a:ext>
              </a:extLst>
            </p:cNvPr>
            <p:cNvSpPr>
              <a:spLocks noGrp="1"/>
            </p:cNvSpPr>
            <p:nvPr/>
          </p:nvSpPr>
          <p:spPr>
            <a:xfrm>
              <a:off x="9105900" y="4905375"/>
              <a:ext cx="1552575" cy="190500"/>
            </a:xfrm>
            <a:prstGeom prst="rect">
              <a:avLst/>
            </a:prstGeom>
            <a:noFill/>
            <a:ln w="0">
              <a:noFill/>
              <a:prstDash val="solid"/>
            </a:ln>
          </p:spPr>
          <p:txBody>
            <a:bodyPr wrap="square" lIns="0" tIns="0" rIns="0" bIns="0" anchor="t">
              <a:noAutofit/>
            </a:bodyPr>
            <a:lstStyle>
              <a:defPPr algn="l">
                <a:defRPr sz="900" b="0">
                  <a:solidFill>
                    <a:srgbClr val="796A8D"/>
                  </a:solidFill>
                  <a:latin typeface="Segoe UI"/>
                  <a:ea typeface="Segoe UI"/>
                  <a:cs typeface="Segoe UI"/>
                </a:defRPr>
              </a:defPPr>
            </a:lstStyle>
            <a:p>
              <a:pPr algn="l">
                <a:lnSpc>
                  <a:spcPct val="108000"/>
                </a:lnSpc>
                <a:buNone/>
                <a:defRPr sz="900" b="0">
                  <a:solidFill>
                    <a:srgbClr val="796A8D"/>
                  </a:solidFill>
                  <a:latin typeface="Segoe UI"/>
                  <a:ea typeface="Segoe UI"/>
                  <a:cs typeface="Segoe UI"/>
                </a:defRPr>
              </a:pPr>
              <a:r>
                <a:rPr sz="900" b="0">
                  <a:solidFill>
                    <a:srgbClr val="796A8D"/>
                  </a:solidFill>
                  <a:latin typeface="Segoe UI"/>
                  <a:ea typeface="Segoe UI"/>
                  <a:cs typeface="Segoe UI"/>
                </a:rPr>
                <a:t>Жобалар</a:t>
              </a:r>
            </a:p>
          </p:txBody>
        </p:sp>
        <p:sp>
          <p:nvSpPr>
            <p:cNvPr id="62" name="Телефон 3 55">
              <a:extLst>
                <a:ext uri="{FF2B5EF4-FFF2-40B4-BE49-F238E27FC236}">
                  <ns2:creationId id="{2B29F2B2-C6B2-4DAC-9760-9EDBD2595E0A}"/>
                </a:ext>
              </a:extLst>
            </p:cNvPr>
            <p:cNvSpPr>
              <a:spLocks noGrp="1"/>
            </p:cNvSpPr>
            <p:nvPr/>
          </p:nvSpPr>
          <p:spPr>
            <a:xfrm>
              <a:off x="10591800" y="4905375"/>
              <a:ext cx="333375" cy="190500"/>
            </a:xfrm>
            <a:prstGeom prst="rect">
              <a:avLst/>
            </a:prstGeom>
            <a:noFill/>
            <a:ln w="0">
              <a:noFill/>
              <a:prstDash val="solid"/>
            </a:ln>
          </p:spPr>
          <p:txBody>
            <a:bodyPr wrap="square" lIns="0" tIns="0" rIns="0" bIns="0" anchor="t">
              <a:noAutofit/>
            </a:bodyPr>
            <a:lstStyle>
              <a:defPPr algn="r">
                <a:defRPr sz="900" b="1">
                  <a:solidFill>
                    <a:srgbClr val="7C3AED"/>
                  </a:solidFill>
                  <a:latin typeface="Segoe UI"/>
                  <a:ea typeface="Segoe UI"/>
                  <a:cs typeface="Segoe UI"/>
                </a:defRPr>
              </a:defPPr>
            </a:lstStyle>
            <a:p>
              <a:pPr algn="r">
                <a:lnSpc>
                  <a:spcPct val="108000"/>
                </a:lnSpc>
                <a:buNone/>
                <a:defRPr sz="900" b="1">
                  <a:solidFill>
                    <a:srgbClr val="7C3AED"/>
                  </a:solidFill>
                  <a:latin typeface="Segoe UI"/>
                  <a:ea typeface="Segoe UI"/>
                  <a:cs typeface="Segoe UI"/>
                </a:defRPr>
              </a:pPr>
              <a:r>
                <a:rPr sz="900" b="1">
                  <a:solidFill>
                    <a:srgbClr val="7C3AED"/>
                  </a:solidFill>
                  <a:latin typeface="Segoe UI"/>
                  <a:ea typeface="Segoe UI"/>
                  <a:cs typeface="Segoe UI"/>
                </a:rPr>
                <a:t>55</a:t>
              </a:r>
            </a:p>
          </p:txBody>
        </p:sp>
        <p:sp>
          <p:nvSpPr>
            <p:cNvPr id="63" name="Телефон 3 UI">
              <a:extLst>
                <a:ext uri="{FF2B5EF4-FFF2-40B4-BE49-F238E27FC236}">
                  <ns2:creationId id="{CC93899C-0BFC-49E3-BCDA-51ED432966FE}"/>
                </a:ext>
              </a:extLst>
            </p:cNvPr>
            <p:cNvSpPr>
              <a:spLocks noGrp="1"/>
            </p:cNvSpPr>
            <p:nvPr/>
          </p:nvSpPr>
          <p:spPr>
            <a:xfrm>
              <a:off x="9105900" y="5143500"/>
              <a:ext cx="1838325" cy="76200"/>
            </a:xfrm>
            <a:prstGeom prst="roundRect">
              <a:avLst>
                <a:gd name="adj" fmla="val 50000"/>
              </a:avLst>
            </a:prstGeom>
            <a:solidFill>
              <a:srgbClr val="F5F3FF"/>
            </a:solidFill>
            <a:ln w="9525">
              <a:solidFill>
                <a:srgbClr val="F5F3FF"/>
              </a:solidFill>
              <a:prstDash val="solid"/>
            </a:ln>
          </p:spPr>
        </p:sp>
        <p:sp>
          <p:nvSpPr>
            <p:cNvPr id="64" name="Телефон 3 UI">
              <a:extLst>
                <a:ext uri="{FF2B5EF4-FFF2-40B4-BE49-F238E27FC236}">
                  <ns2:creationId id="{FCD70657-2E10-46E1-B788-E5E8E43AC926}"/>
                </a:ext>
              </a:extLst>
            </p:cNvPr>
            <p:cNvSpPr>
              <a:spLocks noGrp="1"/>
            </p:cNvSpPr>
            <p:nvPr/>
          </p:nvSpPr>
          <p:spPr>
            <a:xfrm>
              <a:off x="9105900" y="5143500"/>
              <a:ext cx="1011079" cy="76200"/>
            </a:xfrm>
            <a:prstGeom prst="roundRect">
              <a:avLst>
                <a:gd name="adj" fmla="val 50000"/>
              </a:avLst>
            </a:prstGeom>
            <a:solidFill>
              <a:srgbClr val="7C3AED"/>
            </a:solidFill>
            <a:ln w="9525">
              <a:solidFill>
                <a:srgbClr val="7C3AED"/>
              </a:solidFill>
              <a:prstDash val="solid"/>
            </a:ln>
          </p:spPr>
        </p:sp>
        <p:sp>
          <p:nvSpPr>
            <p:cNvPr id="65" name="Телефон 3 UI">
              <a:extLst>
                <a:ext uri="{FF2B5EF4-FFF2-40B4-BE49-F238E27FC236}">
                  <ns2:creationId id="{D3DA82A7-9FE6-4839-A9E6-59F3EE957741}"/>
                </a:ext>
              </a:extLst>
            </p:cNvPr>
            <p:cNvSpPr>
              <a:spLocks noGrp="1"/>
            </p:cNvSpPr>
            <p:nvPr/>
          </p:nvSpPr>
          <p:spPr>
            <a:xfrm>
              <a:off x="9020175" y="5486400"/>
              <a:ext cx="2038350" cy="361950"/>
            </a:xfrm>
            <a:prstGeom prst="roundRect">
              <a:avLst>
                <a:gd name="adj" fmla="val 28947"/>
              </a:avLst>
            </a:prstGeom>
            <a:solidFill>
              <a:srgbClr val="FCFAFF"/>
            </a:solidFill>
            <a:ln w="9525">
              <a:solidFill>
                <a:srgbClr val="FCFAFF"/>
              </a:solidFill>
              <a:prstDash val="solid"/>
            </a:ln>
          </p:spPr>
        </p:sp>
        <p:sp>
          <p:nvSpPr>
            <p:cNvPr id="66" name="Телефон 3 Басты">
              <a:extLst>
                <a:ext uri="{FF2B5EF4-FFF2-40B4-BE49-F238E27FC236}">
                  <ns2:creationId id="{389939B6-DD51-4D1C-BF0A-959FA9683524}"/>
                </a:ext>
              </a:extLst>
            </p:cNvPr>
            <p:cNvSpPr>
              <a:spLocks noGrp="1"/>
            </p:cNvSpPr>
            <p:nvPr/>
          </p:nvSpPr>
          <p:spPr>
            <a:xfrm>
              <a:off x="9039225" y="5591175"/>
              <a:ext cx="390525" cy="142875"/>
            </a:xfrm>
            <a:prstGeom prst="rect">
              <a:avLst/>
            </a:prstGeom>
            <a:noFill/>
            <a:ln w="0">
              <a:noFill/>
              <a:prstDash val="solid"/>
            </a:ln>
          </p:spPr>
          <p:txBody>
            <a:bodyPr wrap="square" lIns="0" tIns="0" rIns="0" bIns="0" anchor="t">
              <a:noAutofit/>
            </a:bodyPr>
            <a:lstStyle>
              <a:defPPr algn="ctr">
                <a:defRPr sz="563" b="0">
                  <a:solidFill>
                    <a:srgbClr val="796A8D"/>
                  </a:solidFill>
                  <a:latin typeface="Segoe UI"/>
                  <a:ea typeface="Segoe UI"/>
                  <a:cs typeface="Segoe UI"/>
                </a:defRPr>
              </a:defPPr>
            </a:lstStyle>
            <a:p>
              <a:pPr algn="ctr">
                <a:lnSpc>
                  <a:spcPct val="108000"/>
                </a:lnSpc>
                <a:buNone/>
                <a:defRPr sz="563" b="0">
                  <a:solidFill>
                    <a:srgbClr val="796A8D"/>
                  </a:solidFill>
                  <a:latin typeface="Segoe UI"/>
                  <a:ea typeface="Segoe UI"/>
                  <a:cs typeface="Segoe UI"/>
                </a:defRPr>
              </a:pPr>
              <a:r>
                <a:rPr sz="563" b="0">
                  <a:solidFill>
                    <a:srgbClr val="796A8D"/>
                  </a:solidFill>
                  <a:latin typeface="Segoe UI"/>
                  <a:ea typeface="Segoe UI"/>
                  <a:cs typeface="Segoe UI"/>
                </a:rPr>
                <a:t>Басты</a:t>
              </a:r>
            </a:p>
          </p:txBody>
        </p:sp>
        <p:sp>
          <p:nvSpPr>
            <p:cNvPr id="67" name="Телефон 3 Жетістік">
              <a:extLst>
                <a:ext uri="{FF2B5EF4-FFF2-40B4-BE49-F238E27FC236}">
                  <ns2:creationId id="{0C1F8E3A-0801-4B42-88D1-C5C8A55CAB88}"/>
                </a:ext>
              </a:extLst>
            </p:cNvPr>
            <p:cNvSpPr>
              <a:spLocks noGrp="1"/>
            </p:cNvSpPr>
            <p:nvPr/>
          </p:nvSpPr>
          <p:spPr>
            <a:xfrm>
              <a:off x="9439275" y="5591175"/>
              <a:ext cx="390525" cy="142875"/>
            </a:xfrm>
            <a:prstGeom prst="rect">
              <a:avLst/>
            </a:prstGeom>
            <a:noFill/>
            <a:ln w="0">
              <a:noFill/>
              <a:prstDash val="solid"/>
            </a:ln>
          </p:spPr>
          <p:txBody>
            <a:bodyPr wrap="square" lIns="0" tIns="0" rIns="0" bIns="0" anchor="t">
              <a:noAutofit/>
            </a:bodyPr>
            <a:lstStyle>
              <a:defPPr algn="ctr">
                <a:defRPr sz="563" b="0">
                  <a:solidFill>
                    <a:srgbClr val="796A8D"/>
                  </a:solidFill>
                  <a:latin typeface="Segoe UI"/>
                  <a:ea typeface="Segoe UI"/>
                  <a:cs typeface="Segoe UI"/>
                </a:defRPr>
              </a:defPPr>
            </a:lstStyle>
            <a:p>
              <a:pPr algn="ctr">
                <a:lnSpc>
                  <a:spcPct val="108000"/>
                </a:lnSpc>
                <a:buNone/>
                <a:defRPr sz="563" b="0">
                  <a:solidFill>
                    <a:srgbClr val="796A8D"/>
                  </a:solidFill>
                  <a:latin typeface="Segoe UI"/>
                  <a:ea typeface="Segoe UI"/>
                  <a:cs typeface="Segoe UI"/>
                </a:defRPr>
              </a:pPr>
              <a:r>
                <a:rPr sz="563" b="0">
                  <a:solidFill>
                    <a:srgbClr val="796A8D"/>
                  </a:solidFill>
                  <a:latin typeface="Segoe UI"/>
                  <a:ea typeface="Segoe UI"/>
                  <a:cs typeface="Segoe UI"/>
                </a:rPr>
                <a:t>Жетістік</a:t>
              </a:r>
            </a:p>
          </p:txBody>
        </p:sp>
        <p:sp>
          <p:nvSpPr>
            <p:cNvPr id="68" name="Телефон 3 Рейтинг">
              <a:extLst>
                <a:ext uri="{FF2B5EF4-FFF2-40B4-BE49-F238E27FC236}">
                  <ns2:creationId id="{57A93E47-3DE2-42F5-8FB7-9C898D8C648F}"/>
                </a:ext>
              </a:extLst>
            </p:cNvPr>
            <p:cNvSpPr>
              <a:spLocks noGrp="1"/>
            </p:cNvSpPr>
            <p:nvPr/>
          </p:nvSpPr>
          <p:spPr>
            <a:xfrm>
              <a:off x="9839325" y="5591175"/>
              <a:ext cx="390525" cy="142875"/>
            </a:xfrm>
            <a:prstGeom prst="rect">
              <a:avLst/>
            </a:prstGeom>
            <a:noFill/>
            <a:ln w="0">
              <a:noFill/>
              <a:prstDash val="solid"/>
            </a:ln>
          </p:spPr>
          <p:txBody>
            <a:bodyPr wrap="square" lIns="0" tIns="0" rIns="0" bIns="0" anchor="t">
              <a:noAutofit/>
            </a:bodyPr>
            <a:lstStyle>
              <a:defPPr algn="ctr">
                <a:defRPr sz="563" b="0">
                  <a:solidFill>
                    <a:srgbClr val="796A8D"/>
                  </a:solidFill>
                  <a:latin typeface="Segoe UI"/>
                  <a:ea typeface="Segoe UI"/>
                  <a:cs typeface="Segoe UI"/>
                </a:defRPr>
              </a:defPPr>
            </a:lstStyle>
            <a:p>
              <a:pPr algn="ctr">
                <a:lnSpc>
                  <a:spcPct val="108000"/>
                </a:lnSpc>
                <a:buNone/>
                <a:defRPr sz="563" b="0">
                  <a:solidFill>
                    <a:srgbClr val="796A8D"/>
                  </a:solidFill>
                  <a:latin typeface="Segoe UI"/>
                  <a:ea typeface="Segoe UI"/>
                  <a:cs typeface="Segoe UI"/>
                </a:defRPr>
              </a:pPr>
              <a:r>
                <a:rPr sz="563" b="0">
                  <a:solidFill>
                    <a:srgbClr val="796A8D"/>
                  </a:solidFill>
                  <a:latin typeface="Segoe UI"/>
                  <a:ea typeface="Segoe UI"/>
                  <a:cs typeface="Segoe UI"/>
                </a:rPr>
                <a:t>Рейтинг</a:t>
              </a:r>
            </a:p>
          </p:txBody>
        </p:sp>
        <p:sp>
          <p:nvSpPr>
            <p:cNvPr id="69" name="Телефон 3 Талдау">
              <a:extLst>
                <a:ext uri="{FF2B5EF4-FFF2-40B4-BE49-F238E27FC236}">
                  <ns2:creationId id="{71F53319-F4BE-4780-A980-2A3EBB00954A}"/>
                </a:ext>
              </a:extLst>
            </p:cNvPr>
            <p:cNvSpPr>
              <a:spLocks noGrp="1"/>
            </p:cNvSpPr>
            <p:nvPr/>
          </p:nvSpPr>
          <p:spPr>
            <a:xfrm>
              <a:off x="10239375" y="5591175"/>
              <a:ext cx="390525" cy="142875"/>
            </a:xfrm>
            <a:prstGeom prst="rect">
              <a:avLst/>
            </a:prstGeom>
            <a:noFill/>
            <a:ln w="0">
              <a:noFill/>
              <a:prstDash val="solid"/>
            </a:ln>
          </p:spPr>
          <p:txBody>
            <a:bodyPr wrap="square" lIns="0" tIns="0" rIns="0" bIns="0" anchor="t">
              <a:noAutofit/>
            </a:bodyPr>
            <a:lstStyle>
              <a:defPPr algn="ctr">
                <a:defRPr sz="563" b="0">
                  <a:solidFill>
                    <a:srgbClr val="796A8D"/>
                  </a:solidFill>
                  <a:latin typeface="Segoe UI"/>
                  <a:ea typeface="Segoe UI"/>
                  <a:cs typeface="Segoe UI"/>
                </a:defRPr>
              </a:defPPr>
            </a:lstStyle>
            <a:p>
              <a:pPr algn="ctr">
                <a:lnSpc>
                  <a:spcPct val="108000"/>
                </a:lnSpc>
                <a:buNone/>
                <a:defRPr sz="563" b="0">
                  <a:solidFill>
                    <a:srgbClr val="796A8D"/>
                  </a:solidFill>
                  <a:latin typeface="Segoe UI"/>
                  <a:ea typeface="Segoe UI"/>
                  <a:cs typeface="Segoe UI"/>
                </a:defRPr>
              </a:pPr>
              <a:r>
                <a:rPr sz="563" b="0">
                  <a:solidFill>
                    <a:srgbClr val="796A8D"/>
                  </a:solidFill>
                  <a:latin typeface="Segoe UI"/>
                  <a:ea typeface="Segoe UI"/>
                  <a:cs typeface="Segoe UI"/>
                </a:rPr>
                <a:t>Талдау</a:t>
              </a:r>
            </a:p>
          </p:txBody>
        </p:sp>
        <p:sp>
          <p:nvSpPr>
            <p:cNvPr id="70" name="Телефон 3 UI">
              <a:extLst>
                <a:ext uri="{FF2B5EF4-FFF2-40B4-BE49-F238E27FC236}">
                  <ns2:creationId id="{FDFC3928-67E9-4B29-A610-016A6144E19C}"/>
                </a:ext>
              </a:extLst>
            </p:cNvPr>
            <p:cNvSpPr>
              <a:spLocks noGrp="1"/>
            </p:cNvSpPr>
            <p:nvPr/>
          </p:nvSpPr>
          <p:spPr>
            <a:xfrm>
              <a:off x="10648950" y="5534025"/>
              <a:ext cx="352425" cy="238125"/>
            </a:xfrm>
            <a:prstGeom prst="roundRect">
              <a:avLst>
                <a:gd name="adj" fmla="val 32000"/>
              </a:avLst>
            </a:prstGeom>
            <a:solidFill>
              <a:srgbClr val="EEE6FF"/>
            </a:solidFill>
            <a:ln w="9525">
              <a:solidFill>
                <a:srgbClr val="EEE6FF"/>
              </a:solidFill>
              <a:prstDash val="solid"/>
            </a:ln>
          </p:spPr>
        </p:sp>
        <p:sp>
          <p:nvSpPr>
            <p:cNvPr id="71" name="Телефон 3 Профиль">
              <a:extLst>
                <a:ext uri="{FF2B5EF4-FFF2-40B4-BE49-F238E27FC236}">
                  <ns2:creationId id="{272124E6-FE07-4F3D-9DAA-4479B8BB3FD5}"/>
                </a:ext>
              </a:extLst>
            </p:cNvPr>
            <p:cNvSpPr>
              <a:spLocks noGrp="1"/>
            </p:cNvSpPr>
            <p:nvPr/>
          </p:nvSpPr>
          <p:spPr>
            <a:xfrm>
              <a:off x="10639425" y="5591175"/>
              <a:ext cx="390525" cy="142875"/>
            </a:xfrm>
            <a:prstGeom prst="rect">
              <a:avLst/>
            </a:prstGeom>
            <a:noFill/>
            <a:ln w="0">
              <a:noFill/>
              <a:prstDash val="solid"/>
            </a:ln>
          </p:spPr>
          <p:txBody>
            <a:bodyPr wrap="square" lIns="0" tIns="0" rIns="0" bIns="0" anchor="t">
              <a:noAutofit/>
            </a:bodyPr>
            <a:lstStyle>
              <a:defPPr algn="ctr">
                <a:defRPr sz="563" b="1">
                  <a:solidFill>
                    <a:srgbClr val="7C3AED"/>
                  </a:solidFill>
                  <a:latin typeface="Segoe UI"/>
                  <a:ea typeface="Segoe UI"/>
                  <a:cs typeface="Segoe UI"/>
                </a:defRPr>
              </a:defPPr>
            </a:lstStyle>
            <a:p>
              <a:pPr algn="ctr">
                <a:lnSpc>
                  <a:spcPct val="108000"/>
                </a:lnSpc>
                <a:buNone/>
                <a:defRPr sz="563" b="1">
                  <a:solidFill>
                    <a:srgbClr val="7C3AED"/>
                  </a:solidFill>
                  <a:latin typeface="Segoe UI"/>
                  <a:ea typeface="Segoe UI"/>
                  <a:cs typeface="Segoe UI"/>
                </a:defRPr>
              </a:pPr>
              <a:r>
                <a:rPr sz="563" b="1">
                  <a:solidFill>
                    <a:srgbClr val="7C3AED"/>
                  </a:solidFill>
                  <a:latin typeface="Segoe UI"/>
                  <a:ea typeface="Segoe UI"/>
                  <a:cs typeface="Segoe UI"/>
                </a:rPr>
                <a:t>Профиль</a:t>
              </a:r>
            </a:p>
          </p:txBody>
        </p:sp>
      </p:grpSp>
      <p:sp>
        <p:nvSpPr>
          <p:cNvPr id="9" name="Content Placeholder 8">
            <a:extLst>
              <a:ext uri="{FF2B5EF4-FFF2-40B4-BE49-F238E27FC236}">
                <ns2:creationId id="{A2E4F352-DEC2-5D62-627F-FCEDE8897877}"/>
              </a:ext>
            </a:extLst>
          </p:cNvPr>
          <p:cNvSpPr>
            <a:spLocks noGrp="1"/>
          </p:cNvSpPr>
          <p:nvPr>
            <p:ph idx="1"/>
          </p:nvPr>
        </p:nvSpPr>
        <p:spPr>
          <a:xfrm>
            <a:off x="393668" y="1238250"/>
            <a:ext cx="3568732" cy="419100"/>
          </a:xfrm>
        </p:spPr>
        <p:txBody>
          <a:bodyPr wrap="square" lIns="0" tIns="0" rIns="0" bIns="0" anchor="t">
            <a:noAutofit/>
          </a:bodyPr>
          <a:lstStyle>
            <a:defPPr algn="ctr">
              <a:defRPr sz="1725" b="1">
                <a:solidFill>
                  <a:srgbClr val="4C1D95"/>
                </a:solidFill>
                <a:latin typeface="Segoe UI"/>
                <a:ea typeface="Segoe UI"/>
                <a:cs typeface="Segoe UI"/>
              </a:defRPr>
            </a:defPPr>
          </a:lstStyle>
          <a:p>
            <a:pPr marL="0" marR="0" lvl="0" indent="0" algn="ctr" defTabSz="914400">
              <a:lnSpc>
                <a:spcPct val="108000"/>
              </a:lnSpc>
              <a:spcBef>
                <a:spcPts val="0"/>
              </a:spcBef>
              <a:spcAft>
                <a:spcPts val="800"/>
              </a:spcAft>
              <a:buClrTx/>
              <a:buSzTx/>
              <a:buFont typeface="Arial"/>
              <a:buNone/>
              <a:defRPr sz="1725" b="1">
                <a:solidFill>
                  <a:srgbClr val="4C1D95"/>
                </a:solidFill>
                <a:latin typeface="Segoe UI"/>
                <a:ea typeface="Segoe UI"/>
                <a:cs typeface="Segoe UI"/>
              </a:defRPr>
            </a:pPr>
            <a:r>
              <a:rPr sz="1725" b="1" i="0" u="none" strike="noStrike" cap="none" spc="0" baseline="0">
                <a:ln>
                  <a:noFill/>
                </a:ln>
                <a:solidFill>
                  <a:srgbClr val="4C1D95"/>
                </a:solidFill>
                <a:latin typeface="Segoe UI"/>
                <a:ea typeface="Segoe UI"/>
                <a:cs typeface="Segoe UI"/>
              </a:rPr>
              <a:t>Тіркелу және кіру</a:t>
            </a:r>
          </a:p>
        </p:txBody>
      </p:sp>
      <p:sp>
        <p:nvSpPr>
          <p:cNvPr id="10" name="Content Placeholder 9">
            <a:extLst>
              <a:ext uri="{FF2B5EF4-FFF2-40B4-BE49-F238E27FC236}">
                <ns2:creationId id="{39F8FFA6-07EE-FB23-ECDF-907422B2BA20}"/>
              </a:ext>
            </a:extLst>
          </p:cNvPr>
          <p:cNvSpPr>
            <a:spLocks noGrp="1"/>
          </p:cNvSpPr>
          <p:nvPr>
            <p:ph idx="10"/>
          </p:nvPr>
        </p:nvSpPr>
        <p:spPr>
          <a:xfrm>
            <a:off x="4313206" y="1238250"/>
            <a:ext cx="3568732" cy="419100"/>
          </a:xfrm>
        </p:spPr>
        <p:txBody>
          <a:bodyPr wrap="square" lIns="0" tIns="0" rIns="0" bIns="0" anchor="t">
            <a:noAutofit/>
          </a:bodyPr>
          <a:lstStyle>
            <a:defPPr algn="ctr">
              <a:defRPr sz="1725" b="1">
                <a:solidFill>
                  <a:srgbClr val="4C1D95"/>
                </a:solidFill>
                <a:latin typeface="Segoe UI"/>
                <a:ea typeface="Segoe UI"/>
                <a:cs typeface="Segoe UI"/>
              </a:defRPr>
            </a:defPPr>
          </a:lstStyle>
          <a:p>
            <a:pPr marL="0" lvl="0" indent="0" algn="ctr">
              <a:lnSpc>
                <a:spcPct val="108000"/>
              </a:lnSpc>
              <a:spcBef>
                <a:spcPts val="0"/>
              </a:spcBef>
              <a:spcAft>
                <a:spcPts val="800"/>
              </a:spcAft>
              <a:buNone/>
              <a:defRPr sz="1725" b="1">
                <a:solidFill>
                  <a:srgbClr val="4C1D95"/>
                </a:solidFill>
                <a:latin typeface="Segoe UI"/>
                <a:ea typeface="Segoe UI"/>
                <a:cs typeface="Segoe UI"/>
              </a:defRPr>
            </a:pPr>
            <a:r>
              <a:rPr sz="1725" b="1">
                <a:solidFill>
                  <a:srgbClr val="4C1D95"/>
                </a:solidFill>
                <a:latin typeface="Segoe UI"/>
                <a:ea typeface="Segoe UI"/>
                <a:cs typeface="Segoe UI"/>
              </a:rPr>
              <a:t>Басты бет</a:t>
            </a:r>
          </a:p>
        </p:txBody>
      </p:sp>
      <p:sp>
        <p:nvSpPr>
          <p:cNvPr id="11" name="Content Placeholder 10">
            <a:extLst>
              <a:ext uri="{FF2B5EF4-FFF2-40B4-BE49-F238E27FC236}">
                <ns2:creationId id="{3FA7F576-9166-371F-C253-9344F3BA9E13}"/>
              </a:ext>
            </a:extLst>
          </p:cNvPr>
          <p:cNvSpPr>
            <a:spLocks noGrp="1"/>
          </p:cNvSpPr>
          <p:nvPr>
            <p:ph idx="11"/>
          </p:nvPr>
        </p:nvSpPr>
        <p:spPr>
          <a:xfrm>
            <a:off x="8232743" y="1238250"/>
            <a:ext cx="3568732" cy="419100"/>
          </a:xfrm>
        </p:spPr>
        <p:txBody>
          <a:bodyPr wrap="square" lIns="0" tIns="0" rIns="0" bIns="0" anchor="t">
            <a:noAutofit/>
          </a:bodyPr>
          <a:lstStyle>
            <a:defPPr algn="ctr">
              <a:defRPr sz="1725" b="1">
                <a:solidFill>
                  <a:srgbClr val="4C1D95"/>
                </a:solidFill>
                <a:latin typeface="Segoe UI"/>
                <a:ea typeface="Segoe UI"/>
                <a:cs typeface="Segoe UI"/>
              </a:defRPr>
            </a:defPPr>
          </a:lstStyle>
          <a:p>
            <a:pPr marL="0" lvl="0" indent="0" algn="ctr">
              <a:lnSpc>
                <a:spcPct val="108000"/>
              </a:lnSpc>
              <a:spcBef>
                <a:spcPts val="0"/>
              </a:spcBef>
              <a:spcAft>
                <a:spcPts val="800"/>
              </a:spcAft>
              <a:buNone/>
              <a:defRPr sz="1725" b="1">
                <a:solidFill>
                  <a:srgbClr val="4C1D95"/>
                </a:solidFill>
                <a:latin typeface="Segoe UI"/>
                <a:ea typeface="Segoe UI"/>
                <a:cs typeface="Segoe UI"/>
              </a:defRPr>
            </a:pPr>
            <a:r>
              <a:rPr sz="1725" b="1">
                <a:solidFill>
                  <a:srgbClr val="4C1D95"/>
                </a:solidFill>
                <a:latin typeface="Segoe UI"/>
                <a:ea typeface="Segoe UI"/>
                <a:cs typeface="Segoe UI"/>
              </a:rPr>
              <a:t>Профиль және навигация</a:t>
            </a:r>
          </a:p>
        </p:txBody>
      </p:sp>
      <p:sp>
        <p:nvSpPr>
          <p:cNvPr id="12" name="Slide Number Placeholder 11">
            <a:extLst>
              <a:ext uri="{FF2B5EF4-FFF2-40B4-BE49-F238E27FC236}">
                <ns2:creationId id="{6C4609E9-0A0F-C12B-2A4D-B112D25BA18E}"/>
              </a:ext>
            </a:extLst>
          </p:cNvPr>
          <p:cNvSpPr>
            <a:spLocks noGrp="1"/>
          </p:cNvSpPr>
          <p:nvPr>
            <p:ph type="sldNum" idx="4"/>
          </p:nvPr>
        </p:nvSpPr>
        <p:spPr>
          <a:xfrm>
            <a:off x="11279315" y="6279261"/>
            <a:ext cx="518922" cy="241268"/>
          </a:xfrm>
        </p:spPr>
        <p:txBody>
          <a:bodyPr wrap="square" lIns="0" tIns="0" rIns="0" bIns="0" anchor="t">
            <a:noAutofit/>
          </a:bodyPr>
          <a:lstStyle>
            <a:defPPr algn="r">
              <a:defRPr sz="1125" b="0">
                <a:solidFill>
                  <a:srgbClr val="796A8D"/>
                </a:solidFill>
                <a:latin typeface="Segoe UI"/>
                <a:ea typeface="Segoe UI"/>
                <a:cs typeface="Segoe UI"/>
              </a:defRPr>
            </a:defPPr>
          </a:lstStyle>
          <a:p>
            <a:pPr algn="r">
              <a:lnSpc>
                <a:spcPct val="108000"/>
              </a:lnSpc>
              <a:buNone/>
              <a:defRPr sz="1125" b="0">
                <a:solidFill>
                  <a:srgbClr val="796A8D"/>
                </a:solidFill>
                <a:latin typeface="Segoe UI"/>
                <a:ea typeface="Segoe UI"/>
                <a:cs typeface="Segoe UI"/>
              </a:defRPr>
            </a:pPr>
            <a:fld id="{5370F4AC-E6D1-01EE-6732-05F7C8E78B55}" type="slidenum">
              <a:rPr sz="1125" b="0">
                <a:solidFill>
                  <a:srgbClr val="796A8D"/>
                </a:solidFill>
                <a:latin typeface="Segoe UI"/>
                <a:ea typeface="Segoe UI"/>
                <a:cs typeface="Segoe UI"/>
              </a:rPr>
              <a:t>05</a:t>
            </a:fld>
            <a:endParaRPr sz="1100"/>
          </a:p>
        </p:txBody>
      </p:sp>
    </p:spTree>
    <p:extLst>
      <p:ext uri="{BB962C8B-B14F-4D97-AF65-F5344CB8AC3E}">
        <ns3:creationId val="110757969"/>
      </p:ext>
    </p:extLst>
  </p:cSld>
  <p:transition spd="slow" advClick="1">
    <p:fade/>
  </p:transition>
</p:sld>
</file>

<file path=ppt/slides/slide6.xml><?xml version="1.0" encoding="utf-8"?>
<p:sld xmlns:a="http://schemas.openxmlformats.org/drawingml/2006/main" xmlns:ns2="http://schemas.microsoft.com/office/drawing/2014/main" xmlns:ns3="http://schemas.openxmlformats.org/drawingml/2006/chart" xmlns:ns5="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Title 10">
            <a:extLst>
              <a:ext uri="{FF2B5EF4-FFF2-40B4-BE49-F238E27FC236}">
                <ns2:creationId id="{76E542D1-756D-7A52-4319-E7068676CA8C}"/>
              </a:ext>
            </a:extLst>
          </p:cNvPr>
          <p:cNvSpPr>
            <a:spLocks noGrp="1"/>
          </p:cNvSpPr>
          <p:nvPr>
            <p:ph type="title" idx="0"/>
          </p:nvPr>
        </p:nvSpPr>
        <p:spPr>
          <a:xfrm>
            <a:off x="393668" y="344043"/>
            <a:ext cx="11404568" cy="790575"/>
          </a:xfrm>
        </p:spPr>
        <p:txBody>
          <a:bodyPr wrap="square" lIns="0" tIns="0" rIns="0" bIns="0" anchor="t">
            <a:noAutofit/>
          </a:bodyPr>
          <a:lstStyle>
            <a:defPPr algn="l">
              <a:defRPr sz="3300" b="1">
                <a:solidFill>
                  <a:srgbClr val="271443"/>
                </a:solidFill>
                <a:latin typeface="Segoe UI"/>
                <a:ea typeface="Segoe UI"/>
                <a:cs typeface="Segoe UI"/>
              </a:defRPr>
            </a:defPPr>
          </a:lstStyle>
          <a:p>
            <a:pPr algn="l">
              <a:lnSpc>
                <a:spcPct val="108000"/>
              </a:lnSpc>
              <a:buNone/>
              <a:defRPr sz="3300" b="1">
                <a:solidFill>
                  <a:srgbClr val="271443"/>
                </a:solidFill>
                <a:latin typeface="Segoe UI"/>
                <a:ea typeface="Segoe UI"/>
                <a:cs typeface="Segoe UI"/>
              </a:defRPr>
            </a:pPr>
            <a:r>
              <a:rPr sz="3300" b="1">
                <a:solidFill>
                  <a:srgbClr val="271443"/>
                </a:solidFill>
                <a:latin typeface="Segoe UI"/>
                <a:ea typeface="Segoe UI"/>
                <a:cs typeface="Segoe UI"/>
              </a:rPr>
              <a:t>Негізгі функционал және ықпал симуляторы</a:t>
            </a:r>
          </a:p>
        </p:txBody>
      </p:sp>
      <p:sp>
        <p:nvSpPr>
          <p:cNvPr id="10" name="Footer Placeholder 9">
            <a:extLst>
              <a:ext uri="{FF2B5EF4-FFF2-40B4-BE49-F238E27FC236}">
                <ns2:creationId id="{86E641B5-9209-3FE0-FF9F-6D9DEC997FE3}"/>
              </a:ext>
            </a:extLst>
          </p:cNvPr>
          <p:cNvSpPr>
            <a:spLocks noGrp="1"/>
          </p:cNvSpPr>
          <p:nvPr>
            <p:ph type="ftr" idx="3"/>
          </p:nvPr>
        </p:nvSpPr>
        <p:spPr>
          <a:xfrm>
            <a:off x="393668" y="6279928"/>
            <a:ext cx="3568732" cy="241268"/>
          </a:xfrm>
        </p:spPr>
        <p:txBody>
          <a:bodyPr wrap="square" lIns="0" tIns="0" rIns="0" bIns="0" anchor="t">
            <a:noAutofit/>
          </a:bodyPr>
          <a:lstStyle>
            <a:defPPr algn="l">
              <a:defRPr sz="1125" b="0">
                <a:solidFill>
                  <a:srgbClr val="796A8D"/>
                </a:solidFill>
                <a:latin typeface="Segoe UI"/>
                <a:ea typeface="Segoe UI"/>
                <a:cs typeface="Segoe UI"/>
              </a:defRPr>
            </a:defPPr>
          </a:lstStyle>
          <a:p>
            <a:pPr algn="l">
              <a:lnSpc>
                <a:spcPct val="108000"/>
              </a:lnSpc>
              <a:buNone/>
              <a:defRPr sz="1125" b="0">
                <a:solidFill>
                  <a:srgbClr val="796A8D"/>
                </a:solidFill>
                <a:latin typeface="Segoe UI"/>
                <a:ea typeface="Segoe UI"/>
                <a:cs typeface="Segoe UI"/>
              </a:defRPr>
            </a:pPr>
            <a:r>
              <a:rPr sz="1125" b="0">
                <a:solidFill>
                  <a:srgbClr val="796A8D"/>
                </a:solidFill>
                <a:latin typeface="Segoe UI"/>
                <a:ea typeface="Segoe UI"/>
                <a:cs typeface="Segoe UI"/>
              </a:rPr>
              <a:t>Dáreje</a:t>
            </a:r>
            <a:endParaRPr sz="1100"/>
          </a:p>
        </p:txBody>
      </p:sp>
      <p:sp>
        <p:nvSpPr>
          <p:cNvPr id="5" name="Slide Number Placeholder 4">
            <a:extLst>
              <a:ext uri="{FF2B5EF4-FFF2-40B4-BE49-F238E27FC236}">
                <ns2:creationId id="{326A191F-219A-DB9E-DC19-FDD1658D9142}"/>
              </a:ext>
            </a:extLst>
          </p:cNvPr>
          <p:cNvSpPr>
            <a:spLocks noGrp="1"/>
          </p:cNvSpPr>
          <p:nvPr>
            <p:ph type="sldNum" idx="4"/>
          </p:nvPr>
        </p:nvSpPr>
        <p:spPr>
          <a:xfrm>
            <a:off x="11279315" y="6279261"/>
            <a:ext cx="518922" cy="241268"/>
          </a:xfrm>
        </p:spPr>
        <p:txBody>
          <a:bodyPr wrap="square" lIns="0" tIns="0" rIns="0" bIns="0" anchor="t">
            <a:noAutofit/>
          </a:bodyPr>
          <a:lstStyle>
            <a:defPPr algn="r">
              <a:defRPr sz="1125" b="0">
                <a:solidFill>
                  <a:srgbClr val="796A8D"/>
                </a:solidFill>
                <a:latin typeface="Segoe UI"/>
                <a:ea typeface="Segoe UI"/>
                <a:cs typeface="Segoe UI"/>
              </a:defRPr>
            </a:defPPr>
          </a:lstStyle>
          <a:p>
            <a:pPr algn="r">
              <a:lnSpc>
                <a:spcPct val="108000"/>
              </a:lnSpc>
              <a:buNone/>
              <a:defRPr sz="1125" b="0">
                <a:solidFill>
                  <a:srgbClr val="796A8D"/>
                </a:solidFill>
                <a:latin typeface="Segoe UI"/>
                <a:ea typeface="Segoe UI"/>
                <a:cs typeface="Segoe UI"/>
              </a:defRPr>
            </a:pPr>
            <a:fld id="{39BFB0FA-5DC7-50DB-D53A-0B6D0E34987E}" type="slidenum">
              <a:rPr sz="1125" b="0">
                <a:solidFill>
                  <a:srgbClr val="796A8D"/>
                </a:solidFill>
                <a:latin typeface="Segoe UI"/>
                <a:ea typeface="Segoe UI"/>
                <a:cs typeface="Segoe UI"/>
              </a:rPr>
              <a:t>06</a:t>
            </a:fld>
            <a:endParaRPr sz="1100"/>
          </a:p>
        </p:txBody>
      </p:sp>
      <p:sp>
        <p:nvSpPr>
          <p:cNvPr id="12" name="">
            <a:extLst>
              <a:ext uri="{FF2B5EF4-FFF2-40B4-BE49-F238E27FC236}">
                <ns2:creationId id="{C7F4092B-528E-4871-B51C-6D360F6924CC}"/>
              </a:ext>
            </a:extLst>
          </p:cNvPr>
          <p:cNvSpPr>
            <a:spLocks noGrp="1"/>
          </p:cNvSpPr>
          <p:nvPr/>
        </p:nvSpPr>
        <p:spPr>
          <a:xfrm>
            <a:off x="400050" y="1228725"/>
            <a:ext cx="3352800" cy="314325"/>
          </a:xfrm>
          <a:prstGeom prst="rect">
            <a:avLst/>
          </a:prstGeom>
          <a:noFill/>
          <a:ln w="0">
            <a:noFill/>
            <a:prstDash val="solid"/>
          </a:ln>
        </p:spPr>
        <p:txBody>
          <a:bodyPr wrap="square" lIns="0" tIns="0" rIns="0" bIns="0" anchor="t">
            <a:noAutofit/>
          </a:bodyPr>
          <a:lstStyle>
            <a:defPPr algn="l">
              <a:defRPr sz="1575" b="1">
                <a:solidFill>
                  <a:srgbClr val="4C1D95"/>
                </a:solidFill>
                <a:latin typeface="Segoe UI"/>
                <a:ea typeface="Segoe UI"/>
                <a:cs typeface="Segoe UI"/>
              </a:defRPr>
            </a:defPPr>
          </a:lstStyle>
          <a:p>
            <a:pPr algn="l">
              <a:lnSpc>
                <a:spcPct val="108000"/>
              </a:lnSpc>
              <a:buNone/>
              <a:defRPr sz="1575" b="1">
                <a:solidFill>
                  <a:srgbClr val="4C1D95"/>
                </a:solidFill>
                <a:latin typeface="Segoe UI"/>
                <a:ea typeface="Segoe UI"/>
                <a:cs typeface="Segoe UI"/>
              </a:defRPr>
            </a:pPr>
            <a:r>
              <a:rPr sz="1575" b="1">
                <a:solidFill>
                  <a:srgbClr val="4C1D95"/>
                </a:solidFill>
                <a:latin typeface="Segoe UI"/>
                <a:ea typeface="Segoe UI"/>
                <a:cs typeface="Segoe UI"/>
              </a:rPr>
              <a:t>Жетістіктерді тіркеу</a:t>
            </a:r>
          </a:p>
        </p:txBody>
      </p:sp>
      <p:sp>
        <p:nvSpPr>
          <p:cNvPr id="13" name="">
            <a:extLst>
              <a:ext uri="{FF2B5EF4-FFF2-40B4-BE49-F238E27FC236}">
                <ns2:creationId id="{46CE2A9E-76A6-4429-A6E8-D1C54492452D}"/>
              </a:ext>
            </a:extLst>
          </p:cNvPr>
          <p:cNvSpPr>
            <a:spLocks noGrp="1"/>
          </p:cNvSpPr>
          <p:nvPr/>
        </p:nvSpPr>
        <p:spPr>
          <a:xfrm>
            <a:off x="4305300" y="1228725"/>
            <a:ext cx="3352800" cy="314325"/>
          </a:xfrm>
          <a:prstGeom prst="rect">
            <a:avLst/>
          </a:prstGeom>
          <a:noFill/>
          <a:ln w="0">
            <a:noFill/>
            <a:prstDash val="solid"/>
          </a:ln>
        </p:spPr>
        <p:txBody>
          <a:bodyPr wrap="square" lIns="0" tIns="0" rIns="0" bIns="0" anchor="t">
            <a:noAutofit/>
          </a:bodyPr>
          <a:lstStyle>
            <a:defPPr algn="l">
              <a:defRPr sz="1575" b="1">
                <a:solidFill>
                  <a:srgbClr val="4C1D95"/>
                </a:solidFill>
                <a:latin typeface="Segoe UI"/>
                <a:ea typeface="Segoe UI"/>
                <a:cs typeface="Segoe UI"/>
              </a:defRPr>
            </a:defPPr>
          </a:lstStyle>
          <a:p>
            <a:pPr algn="l">
              <a:lnSpc>
                <a:spcPct val="108000"/>
              </a:lnSpc>
              <a:buNone/>
              <a:defRPr sz="1575" b="1">
                <a:solidFill>
                  <a:srgbClr val="4C1D95"/>
                </a:solidFill>
                <a:latin typeface="Segoe UI"/>
                <a:ea typeface="Segoe UI"/>
                <a:cs typeface="Segoe UI"/>
              </a:defRPr>
            </a:pPr>
            <a:r>
              <a:rPr sz="1575" b="1">
                <a:solidFill>
                  <a:srgbClr val="4C1D95"/>
                </a:solidFill>
                <a:latin typeface="Segoe UI"/>
                <a:ea typeface="Segoe UI"/>
                <a:cs typeface="Segoe UI"/>
              </a:rPr>
              <a:t>Санат бойынша балл</a:t>
            </a:r>
          </a:p>
        </p:txBody>
      </p:sp>
      <p:sp>
        <p:nvSpPr>
          <p:cNvPr id="14" name="">
            <a:extLst>
              <a:ext uri="{FF2B5EF4-FFF2-40B4-BE49-F238E27FC236}">
                <ns2:creationId id="{54E19444-6330-43DC-A3E6-4A1648339BDE}"/>
              </a:ext>
            </a:extLst>
          </p:cNvPr>
          <p:cNvSpPr>
            <a:spLocks noGrp="1"/>
          </p:cNvSpPr>
          <p:nvPr/>
        </p:nvSpPr>
        <p:spPr>
          <a:xfrm>
            <a:off x="8229600" y="1228725"/>
            <a:ext cx="3571875" cy="314325"/>
          </a:xfrm>
          <a:prstGeom prst="rect">
            <a:avLst/>
          </a:prstGeom>
          <a:noFill/>
          <a:ln w="0">
            <a:noFill/>
            <a:prstDash val="solid"/>
          </a:ln>
        </p:spPr>
        <p:txBody>
          <a:bodyPr wrap="square" lIns="0" tIns="0" rIns="0" bIns="0" anchor="t">
            <a:noAutofit/>
          </a:bodyPr>
          <a:lstStyle>
            <a:defPPr algn="l">
              <a:defRPr sz="1575" b="1">
                <a:solidFill>
                  <a:srgbClr val="4C1D95"/>
                </a:solidFill>
                <a:latin typeface="Segoe UI"/>
                <a:ea typeface="Segoe UI"/>
                <a:cs typeface="Segoe UI"/>
              </a:defRPr>
            </a:defPPr>
          </a:lstStyle>
          <a:p>
            <a:pPr algn="l">
              <a:lnSpc>
                <a:spcPct val="108000"/>
              </a:lnSpc>
              <a:buNone/>
              <a:defRPr sz="1575" b="1">
                <a:solidFill>
                  <a:srgbClr val="4C1D95"/>
                </a:solidFill>
                <a:latin typeface="Segoe UI"/>
                <a:ea typeface="Segoe UI"/>
                <a:cs typeface="Segoe UI"/>
              </a:defRPr>
            </a:pPr>
            <a:r>
              <a:rPr sz="1575" b="1">
                <a:solidFill>
                  <a:srgbClr val="4C1D95"/>
                </a:solidFill>
                <a:latin typeface="Segoe UI"/>
                <a:ea typeface="Segoe UI"/>
                <a:cs typeface="Segoe UI"/>
              </a:rPr>
              <a:t>Жергілікті рейтинг</a:t>
            </a:r>
          </a:p>
        </p:txBody>
      </p:sp>
      <p:sp>
        <p:nvSpPr>
          <p:cNvPr id="15" name="">
            <a:extLst>
              <a:ext uri="{FF2B5EF4-FFF2-40B4-BE49-F238E27FC236}">
                <ns2:creationId id="{BAF47FC5-0883-4D47-A47B-97C455182E41}"/>
              </a:ext>
            </a:extLst>
          </p:cNvPr>
          <p:cNvSpPr>
            <a:spLocks noGrp="1"/>
          </p:cNvSpPr>
          <p:nvPr/>
        </p:nvSpPr>
        <p:spPr>
          <a:xfrm>
            <a:off x="400050" y="1762125"/>
            <a:ext cx="3568732" cy="742950"/>
          </a:xfrm>
          <a:prstGeom prst="roundRect">
            <a:avLst>
              <a:gd name="adj" fmla="val 20513"/>
            </a:avLst>
          </a:prstGeom>
          <a:solidFill>
            <a:srgbClr val="F5F3FF"/>
          </a:solidFill>
          <a:ln w="9525">
            <a:solidFill>
              <a:srgbClr val="F5F3FF"/>
            </a:solidFill>
            <a:prstDash val="solid"/>
          </a:ln>
        </p:spPr>
      </p:sp>
      <p:sp>
        <p:nvSpPr>
          <p:cNvPr id="16" name="">
            <a:extLst>
              <a:ext uri="{FF2B5EF4-FFF2-40B4-BE49-F238E27FC236}">
                <ns2:creationId id="{16859DCD-0121-4A82-B17A-511721687E5B}"/>
              </a:ext>
            </a:extLst>
          </p:cNvPr>
          <p:cNvSpPr>
            <a:spLocks noGrp="1"/>
          </p:cNvSpPr>
          <p:nvPr/>
        </p:nvSpPr>
        <p:spPr>
          <a:xfrm>
            <a:off x="571500" y="1885950"/>
            <a:ext cx="3238500" cy="285750"/>
          </a:xfrm>
          <a:prstGeom prst="rect">
            <a:avLst/>
          </a:prstGeom>
          <a:noFill/>
          <a:ln w="0">
            <a:noFill/>
            <a:prstDash val="solid"/>
          </a:ln>
        </p:spPr>
        <p:txBody>
          <a:bodyPr wrap="square" lIns="0" tIns="0" rIns="0" bIns="0" anchor="t">
            <a:noAutofit/>
          </a:bodyPr>
          <a:lstStyle>
            <a:defPPr algn="l">
              <a:defRPr sz="1575" b="1">
                <a:solidFill>
                  <a:srgbClr val="4C1D95"/>
                </a:solidFill>
                <a:latin typeface="Segoe UI"/>
                <a:ea typeface="Segoe UI"/>
                <a:cs typeface="Segoe UI"/>
              </a:defRPr>
            </a:defPPr>
          </a:lstStyle>
          <a:p>
            <a:pPr algn="l">
              <a:lnSpc>
                <a:spcPct val="108000"/>
              </a:lnSpc>
              <a:buNone/>
              <a:defRPr sz="1575" b="1">
                <a:solidFill>
                  <a:srgbClr val="4C1D95"/>
                </a:solidFill>
                <a:latin typeface="Segoe UI"/>
                <a:ea typeface="Segoe UI"/>
                <a:cs typeface="Segoe UI"/>
              </a:defRPr>
            </a:pPr>
            <a:r>
              <a:rPr sz="1575" b="1">
                <a:solidFill>
                  <a:srgbClr val="4C1D95"/>
                </a:solidFill>
                <a:latin typeface="Segoe UI"/>
                <a:ea typeface="Segoe UI"/>
                <a:cs typeface="Segoe UI"/>
              </a:rPr>
              <a:t>Жаңа жетістік</a:t>
            </a:r>
          </a:p>
        </p:txBody>
      </p:sp>
      <p:sp>
        <p:nvSpPr>
          <p:cNvPr id="17" name="">
            <a:extLst>
              <a:ext uri="{FF2B5EF4-FFF2-40B4-BE49-F238E27FC236}">
                <ns2:creationId id="{297CE849-216E-4B8F-BEE6-84869EBF90FD}"/>
              </a:ext>
            </a:extLst>
          </p:cNvPr>
          <p:cNvSpPr>
            <a:spLocks noGrp="1"/>
          </p:cNvSpPr>
          <p:nvPr/>
        </p:nvSpPr>
        <p:spPr>
          <a:xfrm>
            <a:off x="571500" y="2219325"/>
            <a:ext cx="3238500" cy="219075"/>
          </a:xfrm>
          <a:prstGeom prst="rect">
            <a:avLst/>
          </a:prstGeom>
          <a:noFill/>
          <a:ln w="0">
            <a:noFill/>
            <a:prstDash val="solid"/>
          </a:ln>
        </p:spPr>
        <p:txBody>
          <a:bodyPr wrap="square" lIns="0" tIns="0" rIns="0" bIns="0" anchor="t">
            <a:noAutofit/>
          </a:bodyPr>
          <a:lstStyle>
            <a:defPPr algn="l">
              <a:defRPr sz="1200" b="0">
                <a:solidFill>
                  <a:srgbClr val="796A8D"/>
                </a:solidFill>
                <a:latin typeface="Segoe UI"/>
                <a:ea typeface="Segoe UI"/>
                <a:cs typeface="Segoe UI"/>
              </a:defRPr>
            </a:defPPr>
          </a:lstStyle>
          <a:p>
            <a:pPr algn="l">
              <a:lnSpc>
                <a:spcPct val="108000"/>
              </a:lnSpc>
              <a:buNone/>
              <a:defRPr sz="1200" b="0">
                <a:solidFill>
                  <a:srgbClr val="796A8D"/>
                </a:solidFill>
                <a:latin typeface="Segoe UI"/>
                <a:ea typeface="Segoe UI"/>
                <a:cs typeface="Segoe UI"/>
              </a:defRPr>
            </a:pPr>
            <a:r>
              <a:rPr sz="1200" b="0">
                <a:solidFill>
                  <a:srgbClr val="796A8D"/>
                </a:solidFill>
                <a:latin typeface="Segoe UI"/>
                <a:ea typeface="Segoe UI"/>
                <a:cs typeface="Segoe UI"/>
              </a:rPr>
              <a:t>Бағдарламалау санаты</a:t>
            </a:r>
          </a:p>
        </p:txBody>
      </p:sp>
      <p:sp>
        <p:nvSpPr>
          <p:cNvPr id="18" name="Бағыт">
            <a:extLst>
              <a:ext uri="{FF2B5EF4-FFF2-40B4-BE49-F238E27FC236}">
                <ns2:creationId id="{BED97122-3FC7-40A4-A016-28085ECA2648}"/>
              </a:ext>
            </a:extLst>
          </p:cNvPr>
          <p:cNvSpPr>
            <a:spLocks noGrp="1"/>
          </p:cNvSpPr>
          <p:nvPr/>
        </p:nvSpPr>
        <p:spPr>
          <a:xfrm>
            <a:off x="4067175" y="2047875"/>
            <a:ext cx="200025" cy="133350"/>
          </a:xfrm>
          <a:prstGeom prst="rightArrow">
            <a:avLst/>
          </a:prstGeom>
          <a:solidFill>
            <a:srgbClr val="7C3AED"/>
          </a:solidFill>
          <a:ln w="0">
            <a:noFill/>
          </a:ln>
        </p:spPr>
      </p:sp>
      <p:sp>
        <p:nvSpPr>
          <p:cNvPr id="19" name="">
            <a:extLst>
              <a:ext uri="{FF2B5EF4-FFF2-40B4-BE49-F238E27FC236}">
                <ns2:creationId id="{24C29E84-4BFD-408E-BEF2-87AADAF466A6}"/>
              </a:ext>
            </a:extLst>
          </p:cNvPr>
          <p:cNvSpPr>
            <a:spLocks noGrp="1"/>
          </p:cNvSpPr>
          <p:nvPr/>
        </p:nvSpPr>
        <p:spPr>
          <a:xfrm>
            <a:off x="4311682" y="1762125"/>
            <a:ext cx="3568732" cy="742950"/>
          </a:xfrm>
          <a:prstGeom prst="roundRect">
            <a:avLst>
              <a:gd name="adj" fmla="val 20513"/>
            </a:avLst>
          </a:prstGeom>
          <a:solidFill>
            <a:srgbClr val="F5F3FF"/>
          </a:solidFill>
          <a:ln w="9525">
            <a:solidFill>
              <a:srgbClr val="F5F3FF"/>
            </a:solidFill>
            <a:prstDash val="solid"/>
          </a:ln>
        </p:spPr>
      </p:sp>
      <p:sp>
        <p:nvSpPr>
          <p:cNvPr id="20" name="">
            <a:extLst>
              <a:ext uri="{FF2B5EF4-FFF2-40B4-BE49-F238E27FC236}">
                <ns2:creationId id="{5EE9336C-7D3C-4EA1-B6DE-138FE9B0EA5C}"/>
              </a:ext>
            </a:extLst>
          </p:cNvPr>
          <p:cNvSpPr>
            <a:spLocks noGrp="1"/>
          </p:cNvSpPr>
          <p:nvPr/>
        </p:nvSpPr>
        <p:spPr>
          <a:xfrm>
            <a:off x="4483132" y="1885950"/>
            <a:ext cx="3238500" cy="285750"/>
          </a:xfrm>
          <a:prstGeom prst="rect">
            <a:avLst/>
          </a:prstGeom>
          <a:noFill/>
          <a:ln w="0">
            <a:noFill/>
            <a:prstDash val="solid"/>
          </a:ln>
        </p:spPr>
        <p:txBody>
          <a:bodyPr wrap="square" lIns="0" tIns="0" rIns="0" bIns="0" anchor="t">
            <a:noAutofit/>
          </a:bodyPr>
          <a:lstStyle>
            <a:defPPr algn="l">
              <a:defRPr sz="1575" b="1">
                <a:solidFill>
                  <a:srgbClr val="4C1D95"/>
                </a:solidFill>
                <a:latin typeface="Segoe UI"/>
                <a:ea typeface="Segoe UI"/>
                <a:cs typeface="Segoe UI"/>
              </a:defRPr>
            </a:defPPr>
          </a:lstStyle>
          <a:p>
            <a:pPr algn="l">
              <a:lnSpc>
                <a:spcPct val="108000"/>
              </a:lnSpc>
              <a:buNone/>
              <a:defRPr sz="1575" b="1">
                <a:solidFill>
                  <a:srgbClr val="4C1D95"/>
                </a:solidFill>
                <a:latin typeface="Segoe UI"/>
                <a:ea typeface="Segoe UI"/>
                <a:cs typeface="Segoe UI"/>
              </a:defRPr>
            </a:pPr>
            <a:r>
              <a:rPr sz="1575" b="1">
                <a:solidFill>
                  <a:srgbClr val="4C1D95"/>
                </a:solidFill>
                <a:latin typeface="Segoe UI"/>
                <a:ea typeface="Segoe UI"/>
                <a:cs typeface="Segoe UI"/>
              </a:rPr>
              <a:t>Көрсеткіштердің өзгеруі</a:t>
            </a:r>
          </a:p>
        </p:txBody>
      </p:sp>
      <p:sp>
        <p:nvSpPr>
          <p:cNvPr id="21" name="">
            <a:extLst>
              <a:ext uri="{FF2B5EF4-FFF2-40B4-BE49-F238E27FC236}">
                <ns2:creationId id="{60521490-EFBE-498B-9D95-D5AC6F9E56F3}"/>
              </a:ext>
            </a:extLst>
          </p:cNvPr>
          <p:cNvSpPr>
            <a:spLocks noGrp="1"/>
          </p:cNvSpPr>
          <p:nvPr/>
        </p:nvSpPr>
        <p:spPr>
          <a:xfrm>
            <a:off x="4483132" y="2219325"/>
            <a:ext cx="3238500" cy="219075"/>
          </a:xfrm>
          <a:prstGeom prst="rect">
            <a:avLst/>
          </a:prstGeom>
          <a:noFill/>
          <a:ln w="0">
            <a:noFill/>
            <a:prstDash val="solid"/>
          </a:ln>
        </p:spPr>
        <p:txBody>
          <a:bodyPr wrap="square" lIns="0" tIns="0" rIns="0" bIns="0" anchor="t">
            <a:noAutofit/>
          </a:bodyPr>
          <a:lstStyle>
            <a:defPPr algn="l">
              <a:defRPr sz="1200" b="0">
                <a:solidFill>
                  <a:srgbClr val="796A8D"/>
                </a:solidFill>
                <a:latin typeface="Segoe UI"/>
                <a:ea typeface="Segoe UI"/>
                <a:cs typeface="Segoe UI"/>
              </a:defRPr>
            </a:defPPr>
          </a:lstStyle>
          <a:p>
            <a:pPr algn="l">
              <a:lnSpc>
                <a:spcPct val="108000"/>
              </a:lnSpc>
              <a:buNone/>
              <a:defRPr sz="1200" b="0">
                <a:solidFill>
                  <a:srgbClr val="796A8D"/>
                </a:solidFill>
                <a:latin typeface="Segoe UI"/>
                <a:ea typeface="Segoe UI"/>
                <a:cs typeface="Segoe UI"/>
              </a:defRPr>
            </a:pPr>
            <a:r>
              <a:rPr sz="1200" b="0">
                <a:solidFill>
                  <a:srgbClr val="796A8D"/>
                </a:solidFill>
                <a:latin typeface="Segoe UI"/>
                <a:ea typeface="Segoe UI"/>
                <a:cs typeface="Segoe UI"/>
              </a:rPr>
              <a:t>Екі көрсеткішке ықпал</a:t>
            </a:r>
          </a:p>
        </p:txBody>
      </p:sp>
      <p:sp>
        <p:nvSpPr>
          <p:cNvPr id="22" name="Бағыт">
            <a:extLst>
              <a:ext uri="{FF2B5EF4-FFF2-40B4-BE49-F238E27FC236}">
                <ns2:creationId id="{9FE4B636-D530-45CF-B176-36551FF08718}"/>
              </a:ext>
            </a:extLst>
          </p:cNvPr>
          <p:cNvSpPr>
            <a:spLocks noGrp="1"/>
          </p:cNvSpPr>
          <p:nvPr/>
        </p:nvSpPr>
        <p:spPr>
          <a:xfrm>
            <a:off x="7978807" y="2047875"/>
            <a:ext cx="200025" cy="133350"/>
          </a:xfrm>
          <a:prstGeom prst="rightArrow">
            <a:avLst/>
          </a:prstGeom>
          <a:solidFill>
            <a:srgbClr val="7C3AED"/>
          </a:solidFill>
          <a:ln w="0">
            <a:noFill/>
          </a:ln>
        </p:spPr>
      </p:sp>
      <p:sp>
        <p:nvSpPr>
          <p:cNvPr id="23" name="">
            <a:extLst>
              <a:ext uri="{FF2B5EF4-FFF2-40B4-BE49-F238E27FC236}">
                <ns2:creationId id="{05CE3707-54A0-4DCC-803C-A4BBC110169B}"/>
              </a:ext>
            </a:extLst>
          </p:cNvPr>
          <p:cNvSpPr>
            <a:spLocks noGrp="1"/>
          </p:cNvSpPr>
          <p:nvPr/>
        </p:nvSpPr>
        <p:spPr>
          <a:xfrm>
            <a:off x="8232267" y="1762125"/>
            <a:ext cx="3568732" cy="742950"/>
          </a:xfrm>
          <a:prstGeom prst="roundRect">
            <a:avLst>
              <a:gd name="adj" fmla="val 20513"/>
            </a:avLst>
          </a:prstGeom>
          <a:solidFill>
            <a:srgbClr val="F5F3FF"/>
          </a:solidFill>
          <a:ln w="9525">
            <a:solidFill>
              <a:srgbClr val="F5F3FF"/>
            </a:solidFill>
            <a:prstDash val="solid"/>
          </a:ln>
        </p:spPr>
      </p:sp>
      <p:sp>
        <p:nvSpPr>
          <p:cNvPr id="24" name="">
            <a:extLst>
              <a:ext uri="{FF2B5EF4-FFF2-40B4-BE49-F238E27FC236}">
                <ns2:creationId id="{EAE41198-0058-44EF-A111-8E5C8A321209}"/>
              </a:ext>
            </a:extLst>
          </p:cNvPr>
          <p:cNvSpPr>
            <a:spLocks noGrp="1"/>
          </p:cNvSpPr>
          <p:nvPr/>
        </p:nvSpPr>
        <p:spPr>
          <a:xfrm>
            <a:off x="8403717" y="1885950"/>
            <a:ext cx="3238500" cy="285750"/>
          </a:xfrm>
          <a:prstGeom prst="rect">
            <a:avLst/>
          </a:prstGeom>
          <a:noFill/>
          <a:ln w="0">
            <a:noFill/>
            <a:prstDash val="solid"/>
          </a:ln>
        </p:spPr>
        <p:txBody>
          <a:bodyPr wrap="square" lIns="0" tIns="0" rIns="0" bIns="0" anchor="t">
            <a:noAutofit/>
          </a:bodyPr>
          <a:lstStyle>
            <a:defPPr algn="l">
              <a:defRPr sz="1575" b="1">
                <a:solidFill>
                  <a:srgbClr val="4C1D95"/>
                </a:solidFill>
                <a:latin typeface="Segoe UI"/>
                <a:ea typeface="Segoe UI"/>
                <a:cs typeface="Segoe UI"/>
              </a:defRPr>
            </a:defPPr>
          </a:lstStyle>
          <a:p>
            <a:pPr algn="l">
              <a:lnSpc>
                <a:spcPct val="108000"/>
              </a:lnSpc>
              <a:buNone/>
              <a:defRPr sz="1575" b="1">
                <a:solidFill>
                  <a:srgbClr val="4C1D95"/>
                </a:solidFill>
                <a:latin typeface="Segoe UI"/>
                <a:ea typeface="Segoe UI"/>
                <a:cs typeface="Segoe UI"/>
              </a:defRPr>
            </a:pPr>
            <a:r>
              <a:rPr sz="1575" b="1">
                <a:solidFill>
                  <a:srgbClr val="4C1D95"/>
                </a:solidFill>
                <a:latin typeface="Segoe UI"/>
                <a:ea typeface="Segoe UI"/>
                <a:cs typeface="Segoe UI"/>
              </a:rPr>
              <a:t>Рейтинг болжамы</a:t>
            </a:r>
          </a:p>
        </p:txBody>
      </p:sp>
      <p:sp>
        <p:nvSpPr>
          <p:cNvPr id="25" name="">
            <a:extLst>
              <a:ext uri="{FF2B5EF4-FFF2-40B4-BE49-F238E27FC236}">
                <ns2:creationId id="{0CD3432C-F723-46CE-986A-40BACFC857D9}"/>
              </a:ext>
            </a:extLst>
          </p:cNvPr>
          <p:cNvSpPr>
            <a:spLocks noGrp="1"/>
          </p:cNvSpPr>
          <p:nvPr/>
        </p:nvSpPr>
        <p:spPr>
          <a:xfrm>
            <a:off x="8403717" y="2219325"/>
            <a:ext cx="3238500" cy="219075"/>
          </a:xfrm>
          <a:prstGeom prst="rect">
            <a:avLst/>
          </a:prstGeom>
          <a:noFill/>
          <a:ln w="0">
            <a:noFill/>
            <a:prstDash val="solid"/>
          </a:ln>
        </p:spPr>
        <p:txBody>
          <a:bodyPr wrap="square" lIns="0" tIns="0" rIns="0" bIns="0" anchor="t">
            <a:noAutofit/>
          </a:bodyPr>
          <a:lstStyle>
            <a:defPPr algn="l">
              <a:defRPr sz="1200" b="0">
                <a:solidFill>
                  <a:srgbClr val="796A8D"/>
                </a:solidFill>
                <a:latin typeface="Segoe UI"/>
                <a:ea typeface="Segoe UI"/>
                <a:cs typeface="Segoe UI"/>
              </a:defRPr>
            </a:defPPr>
          </a:lstStyle>
          <a:p>
            <a:pPr algn="l">
              <a:lnSpc>
                <a:spcPct val="108000"/>
              </a:lnSpc>
              <a:buNone/>
              <a:defRPr sz="1200" b="0">
                <a:solidFill>
                  <a:srgbClr val="796A8D"/>
                </a:solidFill>
                <a:latin typeface="Segoe UI"/>
                <a:ea typeface="Segoe UI"/>
                <a:cs typeface="Segoe UI"/>
              </a:defRPr>
            </a:pPr>
            <a:r>
              <a:rPr sz="1200" b="0">
                <a:solidFill>
                  <a:srgbClr val="796A8D"/>
                </a:solidFill>
                <a:latin typeface="Segoe UI"/>
                <a:ea typeface="Segoe UI"/>
                <a:cs typeface="Segoe UI"/>
              </a:rPr>
              <a:t>Жеке профильге негізделген</a:t>
            </a:r>
          </a:p>
        </p:txBody>
      </p:sp>
      <p:sp>
        <p:nvSpPr>
          <p:cNvPr id="26" name="">
            <a:extLst>
              <a:ext uri="{FF2B5EF4-FFF2-40B4-BE49-F238E27FC236}">
                <ns2:creationId id="{282D4EB6-A48F-497B-98E2-F9EB011BEFCD}"/>
              </a:ext>
            </a:extLst>
          </p:cNvPr>
          <p:cNvSpPr>
            <a:spLocks noGrp="1"/>
          </p:cNvSpPr>
          <p:nvPr/>
        </p:nvSpPr>
        <p:spPr>
          <a:xfrm>
            <a:off x="400050" y="2809875"/>
            <a:ext cx="5505450" cy="257175"/>
          </a:xfrm>
          <a:prstGeom prst="rect">
            <a:avLst/>
          </a:prstGeom>
          <a:noFill/>
          <a:ln w="0">
            <a:noFill/>
            <a:prstDash val="solid"/>
          </a:ln>
        </p:spPr>
        <p:txBody>
          <a:bodyPr wrap="square" lIns="0" tIns="0" rIns="0" bIns="0" anchor="t">
            <a:noAutofit/>
          </a:bodyPr>
          <a:lstStyle>
            <a:defPPr algn="l">
              <a:defRPr sz="1275" b="1">
                <a:solidFill>
                  <a:srgbClr val="7C3AED"/>
                </a:solidFill>
                <a:latin typeface="Segoe UI"/>
                <a:ea typeface="Segoe UI"/>
                <a:cs typeface="Segoe UI"/>
              </a:defRPr>
            </a:defPPr>
          </a:lstStyle>
          <a:p>
            <a:pPr algn="l">
              <a:lnSpc>
                <a:spcPct val="108000"/>
              </a:lnSpc>
              <a:buNone/>
              <a:defRPr sz="1275" b="1">
                <a:solidFill>
                  <a:srgbClr val="7C3AED"/>
                </a:solidFill>
                <a:latin typeface="Segoe UI"/>
                <a:ea typeface="Segoe UI"/>
                <a:cs typeface="Segoe UI"/>
              </a:defRPr>
            </a:pPr>
            <a:r>
              <a:rPr sz="1275" b="1">
                <a:solidFill>
                  <a:srgbClr val="7C3AED"/>
                </a:solidFill>
                <a:latin typeface="Segoe UI"/>
                <a:ea typeface="Segoe UI"/>
                <a:cs typeface="Segoe UI"/>
              </a:rPr>
              <a:t>КӨРСЕТКІШТЕР, 0–100</a:t>
            </a:r>
          </a:p>
        </p:txBody>
      </p:sp>
      <p:graphicFrame>
        <p:nvGraphicFramePr>
          <p:cNvPr id="27" name="Chart">
            <a:extLst>
              <a:ext uri="{FF2B5EF4-FFF2-40B4-BE49-F238E27FC236}">
                <ns2:creationId id="{127851DD-DE5A-493D-BA4C-42FFC700D817}"/>
              </a:ext>
            </a:extLst>
          </p:cNvPr>
          <p:cNvGraphicFramePr/>
          <p:nvPr/>
        </p:nvGraphicFramePr>
        <p:xfrm>
          <a:off x="400050" y="3219450"/>
          <a:ext cx="5524500" cy="2247900"/>
        </p:xfrm>
        <a:graphic>
          <a:graphicData uri="http://schemas.openxmlformats.org/drawingml/2006/chart">
            <ns3:chart r:id="R798fd5768f8f43cb"/>
          </a:graphicData>
        </a:graphic>
      </p:graphicFrame>
      <p:sp>
        <p:nvSpPr>
          <p:cNvPr id="28" name="">
            <a:extLst>
              <a:ext uri="{FF2B5EF4-FFF2-40B4-BE49-F238E27FC236}">
                <ns2:creationId id="{40D2378C-69D2-41DC-A6C2-3A32CD3E0675}"/>
              </a:ext>
            </a:extLst>
          </p:cNvPr>
          <p:cNvSpPr>
            <a:spLocks noGrp="1"/>
          </p:cNvSpPr>
          <p:nvPr/>
        </p:nvSpPr>
        <p:spPr>
          <a:xfrm>
            <a:off x="400050" y="5581650"/>
            <a:ext cx="5524500" cy="266700"/>
          </a:xfrm>
          <a:prstGeom prst="rect">
            <a:avLst/>
          </a:prstGeom>
          <a:noFill/>
          <a:ln w="0">
            <a:noFill/>
            <a:prstDash val="solid"/>
          </a:ln>
        </p:spPr>
        <p:txBody>
          <a:bodyPr wrap="square" lIns="0" tIns="0" rIns="0" bIns="0" anchor="t">
            <a:noAutofit/>
          </a:bodyPr>
          <a:lstStyle>
            <a:defPPr algn="l">
              <a:defRPr sz="1425" b="0">
                <a:solidFill>
                  <a:srgbClr val="796A8D"/>
                </a:solidFill>
                <a:latin typeface="Segoe UI"/>
                <a:ea typeface="Segoe UI"/>
                <a:cs typeface="Segoe UI"/>
              </a:defRPr>
            </a:defPPr>
          </a:lstStyle>
          <a:p>
            <a:pPr algn="l">
              <a:lnSpc>
                <a:spcPct val="108000"/>
              </a:lnSpc>
              <a:buNone/>
              <a:defRPr sz="1425" b="0">
                <a:solidFill>
                  <a:srgbClr val="796A8D"/>
                </a:solidFill>
                <a:latin typeface="Segoe UI"/>
                <a:ea typeface="Segoe UI"/>
                <a:cs typeface="Segoe UI"/>
              </a:defRPr>
            </a:pPr>
            <a:r>
              <a:rPr sz="1425" b="0">
                <a:solidFill>
                  <a:srgbClr val="796A8D"/>
                </a:solidFill>
                <a:latin typeface="Segoe UI"/>
                <a:ea typeface="Segoe UI"/>
                <a:cs typeface="Segoe UI"/>
              </a:rPr>
              <a:t>Қалған төрт көрсеткіш өзгермейді</a:t>
            </a:r>
          </a:p>
        </p:txBody>
      </p:sp>
      <p:sp>
        <p:nvSpPr>
          <p:cNvPr id="29" name="">
            <a:extLst>
              <a:ext uri="{FF2B5EF4-FFF2-40B4-BE49-F238E27FC236}">
                <ns2:creationId id="{04422B50-1B3C-4E0D-987C-C31AAB11BE80}"/>
              </a:ext>
            </a:extLst>
          </p:cNvPr>
          <p:cNvSpPr>
            <a:spLocks noGrp="1"/>
          </p:cNvSpPr>
          <p:nvPr/>
        </p:nvSpPr>
        <p:spPr>
          <a:xfrm>
            <a:off x="6391275" y="2800350"/>
            <a:ext cx="5400675" cy="1647825"/>
          </a:xfrm>
          <a:prstGeom prst="roundRect">
            <a:avLst>
              <a:gd name="adj" fmla="val 13873"/>
            </a:avLst>
          </a:prstGeom>
          <a:solidFill>
            <a:srgbClr val="F5F3FF"/>
          </a:solidFill>
          <a:ln w="9525">
            <a:solidFill>
              <a:srgbClr val="F5F3FF"/>
            </a:solidFill>
            <a:prstDash val="solid"/>
          </a:ln>
        </p:spPr>
      </p:sp>
      <p:sp>
        <p:nvSpPr>
          <p:cNvPr id="30" name="">
            <a:extLst>
              <a:ext uri="{FF2B5EF4-FFF2-40B4-BE49-F238E27FC236}">
                <ns2:creationId id="{7347FFD9-998D-48FF-8050-E6295EE87A45}"/>
              </a:ext>
            </a:extLst>
          </p:cNvPr>
          <p:cNvSpPr>
            <a:spLocks noGrp="1"/>
          </p:cNvSpPr>
          <p:nvPr/>
        </p:nvSpPr>
        <p:spPr>
          <a:xfrm>
            <a:off x="6657975" y="2952750"/>
            <a:ext cx="4791075" cy="247650"/>
          </a:xfrm>
          <a:prstGeom prst="rect">
            <a:avLst/>
          </a:prstGeom>
          <a:noFill/>
          <a:ln w="0">
            <a:noFill/>
            <a:prstDash val="solid"/>
          </a:ln>
        </p:spPr>
        <p:txBody>
          <a:bodyPr wrap="square" lIns="0" tIns="0" rIns="0" bIns="0" anchor="t">
            <a:noAutofit/>
          </a:bodyPr>
          <a:lstStyle>
            <a:defPPr algn="l">
              <a:defRPr sz="1275" b="1">
                <a:solidFill>
                  <a:srgbClr val="796A8D"/>
                </a:solidFill>
                <a:latin typeface="Segoe UI"/>
                <a:ea typeface="Segoe UI"/>
                <a:cs typeface="Segoe UI"/>
              </a:defRPr>
            </a:defPPr>
          </a:lstStyle>
          <a:p>
            <a:pPr algn="l">
              <a:lnSpc>
                <a:spcPct val="108000"/>
              </a:lnSpc>
              <a:buNone/>
              <a:defRPr sz="1275" b="1">
                <a:solidFill>
                  <a:srgbClr val="796A8D"/>
                </a:solidFill>
                <a:latin typeface="Segoe UI"/>
                <a:ea typeface="Segoe UI"/>
                <a:cs typeface="Segoe UI"/>
              </a:defRPr>
            </a:pPr>
            <a:r>
              <a:rPr sz="1275" b="1">
                <a:solidFill>
                  <a:srgbClr val="796A8D"/>
                </a:solidFill>
                <a:latin typeface="Segoe UI"/>
                <a:ea typeface="Segoe UI"/>
                <a:cs typeface="Segoe UI"/>
              </a:rPr>
              <a:t>ЖАЛПЫ БАЛЛ</a:t>
            </a:r>
          </a:p>
        </p:txBody>
      </p:sp>
      <p:sp>
        <p:nvSpPr>
          <p:cNvPr id="31" name="">
            <a:extLst>
              <a:ext uri="{FF2B5EF4-FFF2-40B4-BE49-F238E27FC236}">
                <ns2:creationId id="{5DC41339-E4D1-42A6-A310-4BD7F665D64D}"/>
              </a:ext>
            </a:extLst>
          </p:cNvPr>
          <p:cNvSpPr>
            <a:spLocks noGrp="1"/>
          </p:cNvSpPr>
          <p:nvPr/>
        </p:nvSpPr>
        <p:spPr>
          <a:xfrm>
            <a:off x="6657975" y="3371850"/>
            <a:ext cx="1381125" cy="257175"/>
          </a:xfrm>
          <a:prstGeom prst="rect">
            <a:avLst/>
          </a:prstGeom>
          <a:noFill/>
          <a:ln w="0">
            <a:noFill/>
            <a:prstDash val="solid"/>
          </a:ln>
        </p:spPr>
        <p:txBody>
          <a:bodyPr wrap="square" lIns="0" tIns="0" rIns="0" bIns="0" anchor="t">
            <a:noAutofit/>
          </a:bodyPr>
          <a:lstStyle>
            <a:defPPr algn="l">
              <a:defRPr sz="1350" b="0">
                <a:solidFill>
                  <a:srgbClr val="796A8D"/>
                </a:solidFill>
                <a:latin typeface="Segoe UI"/>
                <a:ea typeface="Segoe UI"/>
                <a:cs typeface="Segoe UI"/>
              </a:defRPr>
            </a:defPPr>
          </a:lstStyle>
          <a:p>
            <a:pPr algn="l">
              <a:lnSpc>
                <a:spcPct val="108000"/>
              </a:lnSpc>
              <a:buNone/>
              <a:defRPr sz="1350" b="0">
                <a:solidFill>
                  <a:srgbClr val="796A8D"/>
                </a:solidFill>
                <a:latin typeface="Segoe UI"/>
                <a:ea typeface="Segoe UI"/>
                <a:cs typeface="Segoe UI"/>
              </a:defRPr>
            </a:pPr>
            <a:r>
              <a:rPr sz="1350" b="0">
                <a:solidFill>
                  <a:srgbClr val="796A8D"/>
                </a:solidFill>
                <a:latin typeface="Segoe UI"/>
                <a:ea typeface="Segoe UI"/>
                <a:cs typeface="Segoe UI"/>
              </a:rPr>
              <a:t>Қазір</a:t>
            </a:r>
          </a:p>
        </p:txBody>
      </p:sp>
      <p:sp>
        <p:nvSpPr>
          <p:cNvPr id="32" name="">
            <a:extLst>
              <a:ext uri="{FF2B5EF4-FFF2-40B4-BE49-F238E27FC236}">
                <ns2:creationId id="{596DE8DB-1814-4B02-A3F7-FC805966C8DD}"/>
              </a:ext>
            </a:extLst>
          </p:cNvPr>
          <p:cNvSpPr>
            <a:spLocks noGrp="1"/>
          </p:cNvSpPr>
          <p:nvPr/>
        </p:nvSpPr>
        <p:spPr>
          <a:xfrm>
            <a:off x="6657975" y="3648075"/>
            <a:ext cx="1381125" cy="638175"/>
          </a:xfrm>
          <a:prstGeom prst="rect">
            <a:avLst/>
          </a:prstGeom>
          <a:noFill/>
          <a:ln w="0">
            <a:noFill/>
            <a:prstDash val="solid"/>
          </a:ln>
        </p:spPr>
        <p:txBody>
          <a:bodyPr wrap="square" lIns="0" tIns="0" rIns="0" bIns="0" anchor="t">
            <a:noAutofit/>
          </a:bodyPr>
          <a:lstStyle>
            <a:defPPr algn="l">
              <a:defRPr sz="4200" b="1">
                <a:solidFill>
                  <a:srgbClr val="4C1D95"/>
                </a:solidFill>
                <a:latin typeface="Segoe UI"/>
                <a:ea typeface="Segoe UI"/>
                <a:cs typeface="Segoe UI"/>
              </a:defRPr>
            </a:defPPr>
          </a:lstStyle>
          <a:p>
            <a:pPr algn="l">
              <a:lnSpc>
                <a:spcPct val="108000"/>
              </a:lnSpc>
              <a:buNone/>
              <a:defRPr sz="4200" b="1">
                <a:solidFill>
                  <a:srgbClr val="4C1D95"/>
                </a:solidFill>
                <a:latin typeface="Segoe UI"/>
                <a:ea typeface="Segoe UI"/>
                <a:cs typeface="Segoe UI"/>
              </a:defRPr>
            </a:pPr>
            <a:r>
              <a:rPr sz="4200" b="1">
                <a:solidFill>
                  <a:srgbClr val="4C1D95"/>
                </a:solidFill>
                <a:latin typeface="Segoe UI"/>
                <a:ea typeface="Segoe UI"/>
                <a:cs typeface="Segoe UI"/>
              </a:rPr>
              <a:t>48</a:t>
            </a:r>
          </a:p>
        </p:txBody>
      </p:sp>
      <p:sp>
        <p:nvSpPr>
          <p:cNvPr id="33" name="Бағыт">
            <a:extLst>
              <a:ext uri="{FF2B5EF4-FFF2-40B4-BE49-F238E27FC236}">
                <ns2:creationId id="{6B417E61-8723-41DB-B372-8AD97BF27ED1}"/>
              </a:ext>
            </a:extLst>
          </p:cNvPr>
          <p:cNvSpPr>
            <a:spLocks noGrp="1"/>
          </p:cNvSpPr>
          <p:nvPr/>
        </p:nvSpPr>
        <p:spPr>
          <a:xfrm>
            <a:off x="8162925" y="3876675"/>
            <a:ext cx="542925" cy="219075"/>
          </a:xfrm>
          <a:prstGeom prst="rightArrow">
            <a:avLst/>
          </a:prstGeom>
          <a:solidFill>
            <a:srgbClr val="7C3AED"/>
          </a:solidFill>
          <a:ln w="0">
            <a:noFill/>
          </a:ln>
        </p:spPr>
      </p:sp>
      <p:sp>
        <p:nvSpPr>
          <p:cNvPr id="34" name="">
            <a:extLst>
              <a:ext uri="{FF2B5EF4-FFF2-40B4-BE49-F238E27FC236}">
                <ns2:creationId id="{08C30C1D-5892-4287-AA98-8FA11DFF1CA2}"/>
              </a:ext>
            </a:extLst>
          </p:cNvPr>
          <p:cNvSpPr>
            <a:spLocks noGrp="1"/>
          </p:cNvSpPr>
          <p:nvPr/>
        </p:nvSpPr>
        <p:spPr>
          <a:xfrm>
            <a:off x="9048750" y="3371850"/>
            <a:ext cx="1428750" cy="257175"/>
          </a:xfrm>
          <a:prstGeom prst="rect">
            <a:avLst/>
          </a:prstGeom>
          <a:noFill/>
          <a:ln w="0">
            <a:noFill/>
            <a:prstDash val="solid"/>
          </a:ln>
        </p:spPr>
        <p:txBody>
          <a:bodyPr wrap="square" lIns="0" tIns="0" rIns="0" bIns="0" anchor="t">
            <a:noAutofit/>
          </a:bodyPr>
          <a:lstStyle>
            <a:defPPr algn="l">
              <a:defRPr sz="1350" b="0">
                <a:solidFill>
                  <a:srgbClr val="796A8D"/>
                </a:solidFill>
                <a:latin typeface="Segoe UI"/>
                <a:ea typeface="Segoe UI"/>
                <a:cs typeface="Segoe UI"/>
              </a:defRPr>
            </a:defPPr>
          </a:lstStyle>
          <a:p>
            <a:pPr algn="l">
              <a:lnSpc>
                <a:spcPct val="108000"/>
              </a:lnSpc>
              <a:buNone/>
              <a:defRPr sz="1350" b="0">
                <a:solidFill>
                  <a:srgbClr val="796A8D"/>
                </a:solidFill>
                <a:latin typeface="Segoe UI"/>
                <a:ea typeface="Segoe UI"/>
                <a:cs typeface="Segoe UI"/>
              </a:defRPr>
            </a:pPr>
            <a:r>
              <a:rPr sz="1350" b="0">
                <a:solidFill>
                  <a:srgbClr val="796A8D"/>
                </a:solidFill>
                <a:latin typeface="Segoe UI"/>
                <a:ea typeface="Segoe UI"/>
                <a:cs typeface="Segoe UI"/>
              </a:rPr>
              <a:t>Болжам</a:t>
            </a:r>
          </a:p>
        </p:txBody>
      </p:sp>
      <p:sp>
        <p:nvSpPr>
          <p:cNvPr id="35" name="">
            <a:extLst>
              <a:ext uri="{FF2B5EF4-FFF2-40B4-BE49-F238E27FC236}">
                <ns2:creationId id="{3A94AD4D-5EAA-484A-B4F6-295F2F92AD3C}"/>
              </a:ext>
            </a:extLst>
          </p:cNvPr>
          <p:cNvSpPr>
            <a:spLocks noGrp="1"/>
          </p:cNvSpPr>
          <p:nvPr/>
        </p:nvSpPr>
        <p:spPr>
          <a:xfrm>
            <a:off x="9048750" y="3648075"/>
            <a:ext cx="1381125" cy="638175"/>
          </a:xfrm>
          <a:prstGeom prst="rect">
            <a:avLst/>
          </a:prstGeom>
          <a:noFill/>
          <a:ln w="0">
            <a:noFill/>
            <a:prstDash val="solid"/>
          </a:ln>
        </p:spPr>
        <p:txBody>
          <a:bodyPr wrap="square" lIns="0" tIns="0" rIns="0" bIns="0" anchor="t">
            <a:noAutofit/>
          </a:bodyPr>
          <a:lstStyle>
            <a:defPPr algn="l">
              <a:defRPr sz="4200" b="1">
                <a:solidFill>
                  <a:srgbClr val="7C3AED"/>
                </a:solidFill>
                <a:latin typeface="Segoe UI"/>
                <a:ea typeface="Segoe UI"/>
                <a:cs typeface="Segoe UI"/>
              </a:defRPr>
            </a:defPPr>
          </a:lstStyle>
          <a:p>
            <a:pPr algn="l">
              <a:lnSpc>
                <a:spcPct val="108000"/>
              </a:lnSpc>
              <a:buNone/>
              <a:defRPr sz="4200" b="1">
                <a:solidFill>
                  <a:srgbClr val="7C3AED"/>
                </a:solidFill>
                <a:latin typeface="Segoe UI"/>
                <a:ea typeface="Segoe UI"/>
                <a:cs typeface="Segoe UI"/>
              </a:defRPr>
            </a:pPr>
            <a:r>
              <a:rPr sz="4200" b="1">
                <a:solidFill>
                  <a:srgbClr val="7C3AED"/>
                </a:solidFill>
                <a:latin typeface="Segoe UI"/>
                <a:ea typeface="Segoe UI"/>
                <a:cs typeface="Segoe UI"/>
              </a:rPr>
              <a:t>51</a:t>
            </a:r>
          </a:p>
        </p:txBody>
      </p:sp>
      <p:sp>
        <p:nvSpPr>
          <p:cNvPr id="36" name="">
            <a:extLst>
              <a:ext uri="{FF2B5EF4-FFF2-40B4-BE49-F238E27FC236}">
                <ns2:creationId id="{B78E10D8-5CF0-4B96-8EF8-A8B1DD86D21C}"/>
              </a:ext>
            </a:extLst>
          </p:cNvPr>
          <p:cNvSpPr>
            <a:spLocks noGrp="1"/>
          </p:cNvSpPr>
          <p:nvPr/>
        </p:nvSpPr>
        <p:spPr>
          <a:xfrm>
            <a:off x="10810875" y="3600450"/>
            <a:ext cx="666750" cy="333375"/>
          </a:xfrm>
          <a:prstGeom prst="roundRect">
            <a:avLst>
              <a:gd name="adj" fmla="val 48571"/>
            </a:avLst>
          </a:prstGeom>
          <a:solidFill>
            <a:srgbClr val="FFFFFF"/>
          </a:solidFill>
          <a:ln w="9525">
            <a:solidFill>
              <a:srgbClr val="FFFFFF"/>
            </a:solidFill>
            <a:prstDash val="solid"/>
          </a:ln>
        </p:spPr>
      </p:sp>
      <p:sp>
        <p:nvSpPr>
          <p:cNvPr id="37" name="">
            <a:extLst>
              <a:ext uri="{FF2B5EF4-FFF2-40B4-BE49-F238E27FC236}">
                <ns2:creationId id="{591C7C4E-7702-44D0-A239-BA0B66CD2D11}"/>
              </a:ext>
            </a:extLst>
          </p:cNvPr>
          <p:cNvSpPr>
            <a:spLocks noGrp="1"/>
          </p:cNvSpPr>
          <p:nvPr/>
        </p:nvSpPr>
        <p:spPr>
          <a:xfrm>
            <a:off x="10810875" y="3648075"/>
            <a:ext cx="666750" cy="257175"/>
          </a:xfrm>
          <a:prstGeom prst="rect">
            <a:avLst/>
          </a:prstGeom>
          <a:noFill/>
          <a:ln w="0">
            <a:noFill/>
            <a:prstDash val="solid"/>
          </a:ln>
        </p:spPr>
        <p:txBody>
          <a:bodyPr wrap="square" lIns="0" tIns="0" rIns="0" bIns="0" anchor="t">
            <a:noAutofit/>
          </a:bodyPr>
          <a:lstStyle>
            <a:defPPr algn="ctr">
              <a:defRPr sz="1800" b="1">
                <a:solidFill>
                  <a:srgbClr val="7C3AED"/>
                </a:solidFill>
                <a:latin typeface="Segoe UI"/>
                <a:ea typeface="Segoe UI"/>
                <a:cs typeface="Segoe UI"/>
              </a:defRPr>
            </a:defPPr>
          </a:lstStyle>
          <a:p>
            <a:pPr algn="ctr">
              <a:lnSpc>
                <a:spcPct val="108000"/>
              </a:lnSpc>
              <a:buNone/>
              <a:defRPr sz="1800" b="1">
                <a:solidFill>
                  <a:srgbClr val="7C3AED"/>
                </a:solidFill>
                <a:latin typeface="Segoe UI"/>
                <a:ea typeface="Segoe UI"/>
                <a:cs typeface="Segoe UI"/>
              </a:defRPr>
            </a:pPr>
            <a:r>
              <a:rPr sz="1800" b="1">
                <a:solidFill>
                  <a:srgbClr val="7C3AED"/>
                </a:solidFill>
                <a:latin typeface="Segoe UI"/>
                <a:ea typeface="Segoe UI"/>
                <a:cs typeface="Segoe UI"/>
              </a:rPr>
              <a:t>+3</a:t>
            </a:r>
          </a:p>
        </p:txBody>
      </p:sp>
      <p:sp>
        <p:nvSpPr>
          <p:cNvPr id="38" name="">
            <a:extLst>
              <a:ext uri="{FF2B5EF4-FFF2-40B4-BE49-F238E27FC236}">
                <ns2:creationId id="{02884E69-FC4A-449D-8D80-A8F51282A870}"/>
              </a:ext>
            </a:extLst>
          </p:cNvPr>
          <p:cNvSpPr>
            <a:spLocks noGrp="1"/>
          </p:cNvSpPr>
          <p:nvPr/>
        </p:nvSpPr>
        <p:spPr>
          <a:xfrm>
            <a:off x="6391275" y="4629150"/>
            <a:ext cx="5400675" cy="1066800"/>
          </a:xfrm>
          <a:prstGeom prst="roundRect">
            <a:avLst>
              <a:gd name="adj" fmla="val 17857"/>
            </a:avLst>
          </a:prstGeom>
          <a:solidFill>
            <a:srgbClr val="FFFFFF"/>
          </a:solidFill>
          <a:ln w="9525">
            <a:solidFill>
              <a:srgbClr val="E8E0F7"/>
            </a:solidFill>
            <a:prstDash val="solid"/>
          </a:ln>
        </p:spPr>
      </p:sp>
      <p:sp>
        <p:nvSpPr>
          <p:cNvPr id="39" name="">
            <a:extLst>
              <a:ext uri="{FF2B5EF4-FFF2-40B4-BE49-F238E27FC236}">
                <ns2:creationId id="{5F4F198D-AB62-4FC7-ACD3-2A6B878414BE}"/>
              </a:ext>
            </a:extLst>
          </p:cNvPr>
          <p:cNvSpPr>
            <a:spLocks noGrp="1"/>
          </p:cNvSpPr>
          <p:nvPr/>
        </p:nvSpPr>
        <p:spPr>
          <a:xfrm>
            <a:off x="6629400" y="4762500"/>
            <a:ext cx="4791075" cy="238125"/>
          </a:xfrm>
          <a:prstGeom prst="rect">
            <a:avLst/>
          </a:prstGeom>
          <a:noFill/>
          <a:ln w="0">
            <a:noFill/>
            <a:prstDash val="solid"/>
          </a:ln>
        </p:spPr>
        <p:txBody>
          <a:bodyPr wrap="square" lIns="0" tIns="0" rIns="0" bIns="0" anchor="t">
            <a:noAutofit/>
          </a:bodyPr>
          <a:lstStyle>
            <a:defPPr algn="l">
              <a:defRPr sz="1275" b="1">
                <a:solidFill>
                  <a:srgbClr val="796A8D"/>
                </a:solidFill>
                <a:latin typeface="Segoe UI"/>
                <a:ea typeface="Segoe UI"/>
                <a:cs typeface="Segoe UI"/>
              </a:defRPr>
            </a:defPPr>
          </a:lstStyle>
          <a:p>
            <a:pPr algn="l">
              <a:lnSpc>
                <a:spcPct val="108000"/>
              </a:lnSpc>
              <a:buNone/>
              <a:defRPr sz="1275" b="1">
                <a:solidFill>
                  <a:srgbClr val="796A8D"/>
                </a:solidFill>
                <a:latin typeface="Segoe UI"/>
                <a:ea typeface="Segoe UI"/>
                <a:cs typeface="Segoe UI"/>
              </a:defRPr>
            </a:pPr>
            <a:r>
              <a:rPr sz="1275" b="1">
                <a:solidFill>
                  <a:srgbClr val="796A8D"/>
                </a:solidFill>
                <a:latin typeface="Segoe UI"/>
                <a:ea typeface="Segoe UI"/>
                <a:cs typeface="Segoe UI"/>
              </a:rPr>
              <a:t>ЛОКАЛДЫ ОРЫН</a:t>
            </a:r>
          </a:p>
        </p:txBody>
      </p:sp>
      <p:sp>
        <p:nvSpPr>
          <p:cNvPr id="40" name="">
            <a:extLst>
              <a:ext uri="{FF2B5EF4-FFF2-40B4-BE49-F238E27FC236}">
                <ns2:creationId id="{921E737E-6B0C-4E1C-A0BB-E4063C447D00}"/>
              </a:ext>
            </a:extLst>
          </p:cNvPr>
          <p:cNvSpPr>
            <a:spLocks noGrp="1"/>
          </p:cNvSpPr>
          <p:nvPr/>
        </p:nvSpPr>
        <p:spPr>
          <a:xfrm>
            <a:off x="6629400" y="5095875"/>
            <a:ext cx="1238250" cy="457200"/>
          </a:xfrm>
          <a:prstGeom prst="rect">
            <a:avLst/>
          </a:prstGeom>
          <a:noFill/>
          <a:ln w="0">
            <a:noFill/>
            <a:prstDash val="solid"/>
          </a:ln>
        </p:spPr>
        <p:txBody>
          <a:bodyPr wrap="square" lIns="0" tIns="0" rIns="0" bIns="0" anchor="t">
            <a:noAutofit/>
          </a:bodyPr>
          <a:lstStyle>
            <a:defPPr algn="l">
              <a:defRPr sz="2850" b="1">
                <a:solidFill>
                  <a:srgbClr val="4C1D95"/>
                </a:solidFill>
                <a:latin typeface="Segoe UI"/>
                <a:ea typeface="Segoe UI"/>
                <a:cs typeface="Segoe UI"/>
              </a:defRPr>
            </a:defPPr>
          </a:lstStyle>
          <a:p>
            <a:pPr algn="l">
              <a:lnSpc>
                <a:spcPct val="108000"/>
              </a:lnSpc>
              <a:buNone/>
              <a:defRPr sz="2850" b="1">
                <a:solidFill>
                  <a:srgbClr val="4C1D95"/>
                </a:solidFill>
                <a:latin typeface="Segoe UI"/>
                <a:ea typeface="Segoe UI"/>
                <a:cs typeface="Segoe UI"/>
              </a:defRPr>
            </a:pPr>
            <a:r>
              <a:rPr sz="2850" b="1">
                <a:solidFill>
                  <a:srgbClr val="4C1D95"/>
                </a:solidFill>
                <a:latin typeface="Segoe UI"/>
                <a:ea typeface="Segoe UI"/>
                <a:cs typeface="Segoe UI"/>
              </a:rPr>
              <a:t>#2</a:t>
            </a:r>
          </a:p>
        </p:txBody>
      </p:sp>
      <p:sp>
        <p:nvSpPr>
          <p:cNvPr id="41" name="Бағыт">
            <a:extLst>
              <a:ext uri="{FF2B5EF4-FFF2-40B4-BE49-F238E27FC236}">
                <ns2:creationId id="{46DE9E37-A56E-45CC-AF21-F57B74DADFF9}"/>
              </a:ext>
            </a:extLst>
          </p:cNvPr>
          <p:cNvSpPr>
            <a:spLocks noGrp="1"/>
          </p:cNvSpPr>
          <p:nvPr/>
        </p:nvSpPr>
        <p:spPr>
          <a:xfrm>
            <a:off x="8162925" y="5257800"/>
            <a:ext cx="542925" cy="180975"/>
          </a:xfrm>
          <a:prstGeom prst="rightArrow">
            <a:avLst/>
          </a:prstGeom>
          <a:solidFill>
            <a:srgbClr val="7C3AED"/>
          </a:solidFill>
          <a:ln w="0">
            <a:noFill/>
          </a:ln>
        </p:spPr>
      </p:sp>
      <p:sp>
        <p:nvSpPr>
          <p:cNvPr id="42" name="">
            <a:extLst>
              <a:ext uri="{FF2B5EF4-FFF2-40B4-BE49-F238E27FC236}">
                <ns2:creationId id="{79635187-083C-49A7-A4FD-57B0B066F502}"/>
              </a:ext>
            </a:extLst>
          </p:cNvPr>
          <p:cNvSpPr>
            <a:spLocks noGrp="1"/>
          </p:cNvSpPr>
          <p:nvPr/>
        </p:nvSpPr>
        <p:spPr>
          <a:xfrm>
            <a:off x="9048750" y="5095875"/>
            <a:ext cx="1238250" cy="457200"/>
          </a:xfrm>
          <a:prstGeom prst="rect">
            <a:avLst/>
          </a:prstGeom>
          <a:noFill/>
          <a:ln w="0">
            <a:noFill/>
            <a:prstDash val="solid"/>
          </a:ln>
        </p:spPr>
        <p:txBody>
          <a:bodyPr wrap="square" lIns="0" tIns="0" rIns="0" bIns="0" anchor="t">
            <a:noAutofit/>
          </a:bodyPr>
          <a:lstStyle>
            <a:defPPr algn="l">
              <a:defRPr sz="2850" b="1">
                <a:solidFill>
                  <a:srgbClr val="7C3AED"/>
                </a:solidFill>
                <a:latin typeface="Segoe UI"/>
                <a:ea typeface="Segoe UI"/>
                <a:cs typeface="Segoe UI"/>
              </a:defRPr>
            </a:defPPr>
          </a:lstStyle>
          <a:p>
            <a:pPr algn="l">
              <a:lnSpc>
                <a:spcPct val="108000"/>
              </a:lnSpc>
              <a:buNone/>
              <a:defRPr sz="2850" b="1">
                <a:solidFill>
                  <a:srgbClr val="7C3AED"/>
                </a:solidFill>
                <a:latin typeface="Segoe UI"/>
                <a:ea typeface="Segoe UI"/>
                <a:cs typeface="Segoe UI"/>
              </a:defRPr>
            </a:pPr>
            <a:r>
              <a:rPr sz="2850" b="1">
                <a:solidFill>
                  <a:srgbClr val="7C3AED"/>
                </a:solidFill>
                <a:latin typeface="Segoe UI"/>
                <a:ea typeface="Segoe UI"/>
                <a:cs typeface="Segoe UI"/>
              </a:rPr>
              <a:t>#1</a:t>
            </a:r>
          </a:p>
        </p:txBody>
      </p:sp>
      <p:sp>
        <p:nvSpPr>
          <p:cNvPr id="43" name="">
            <a:extLst>
              <a:ext uri="{FF2B5EF4-FFF2-40B4-BE49-F238E27FC236}">
                <ns2:creationId id="{37B01428-AE31-4C25-BA61-F27496680C6A}"/>
              </a:ext>
            </a:extLst>
          </p:cNvPr>
          <p:cNvSpPr>
            <a:spLocks noGrp="1"/>
          </p:cNvSpPr>
          <p:nvPr/>
        </p:nvSpPr>
        <p:spPr>
          <a:xfrm>
            <a:off x="10258425" y="5114925"/>
            <a:ext cx="1304925" cy="333375"/>
          </a:xfrm>
          <a:prstGeom prst="roundRect">
            <a:avLst>
              <a:gd name="adj" fmla="val 48571"/>
            </a:avLst>
          </a:prstGeom>
          <a:solidFill>
            <a:srgbClr val="F5F3FF"/>
          </a:solidFill>
          <a:ln w="9525">
            <a:solidFill>
              <a:srgbClr val="F5F3FF"/>
            </a:solidFill>
            <a:prstDash val="solid"/>
          </a:ln>
        </p:spPr>
      </p:sp>
      <p:sp>
        <p:nvSpPr>
          <p:cNvPr id="44" name="">
            <a:extLst>
              <a:ext uri="{FF2B5EF4-FFF2-40B4-BE49-F238E27FC236}">
                <ns2:creationId id="{5A29E8E7-E5C5-482B-AF39-981B5029DCB6}"/>
              </a:ext>
            </a:extLst>
          </p:cNvPr>
          <p:cNvSpPr>
            <a:spLocks noGrp="1"/>
          </p:cNvSpPr>
          <p:nvPr/>
        </p:nvSpPr>
        <p:spPr>
          <a:xfrm>
            <a:off x="10258425" y="5162550"/>
            <a:ext cx="1304925" cy="257175"/>
          </a:xfrm>
          <a:prstGeom prst="rect">
            <a:avLst/>
          </a:prstGeom>
          <a:noFill/>
          <a:ln w="0">
            <a:noFill/>
            <a:prstDash val="solid"/>
          </a:ln>
        </p:spPr>
        <p:txBody>
          <a:bodyPr wrap="square" lIns="0" tIns="0" rIns="0" bIns="0" anchor="t">
            <a:noAutofit/>
          </a:bodyPr>
          <a:lstStyle>
            <a:defPPr algn="ctr">
              <a:defRPr sz="1050" b="1">
                <a:solidFill>
                  <a:srgbClr val="7C3AED"/>
                </a:solidFill>
                <a:latin typeface="Segoe UI"/>
                <a:ea typeface="Segoe UI"/>
                <a:cs typeface="Segoe UI"/>
              </a:defRPr>
            </a:defPPr>
          </a:lstStyle>
          <a:p>
            <a:pPr algn="ctr">
              <a:lnSpc>
                <a:spcPct val="108000"/>
              </a:lnSpc>
              <a:buNone/>
              <a:defRPr sz="1050" b="1">
                <a:solidFill>
                  <a:srgbClr val="7C3AED"/>
                </a:solidFill>
                <a:latin typeface="Segoe UI"/>
                <a:ea typeface="Segoe UI"/>
                <a:cs typeface="Segoe UI"/>
              </a:defRPr>
            </a:pPr>
            <a:r>
              <a:rPr sz="1050" b="1">
                <a:solidFill>
                  <a:srgbClr val="7C3AED"/>
                </a:solidFill>
                <a:latin typeface="Segoe UI"/>
                <a:ea typeface="Segoe UI"/>
                <a:cs typeface="Segoe UI"/>
              </a:rPr>
              <a:t>Есептік мысал</a:t>
            </a:r>
          </a:p>
        </p:txBody>
      </p:sp>
      <p:sp>
        <p:nvSpPr>
          <p:cNvPr id="45" name="">
            <a:extLst>
              <a:ext uri="{FF2B5EF4-FFF2-40B4-BE49-F238E27FC236}">
                <ns2:creationId id="{F1467145-5B36-4450-9CED-C24068D6F872}"/>
              </a:ext>
            </a:extLst>
          </p:cNvPr>
          <p:cNvSpPr>
            <a:spLocks noGrp="1"/>
          </p:cNvSpPr>
          <p:nvPr/>
        </p:nvSpPr>
        <p:spPr>
          <a:xfrm>
            <a:off x="400050" y="6010275"/>
            <a:ext cx="11401425" cy="228600"/>
          </a:xfrm>
          <a:prstGeom prst="rect">
            <a:avLst/>
          </a:prstGeom>
          <a:noFill/>
          <a:ln w="0">
            <a:noFill/>
            <a:prstDash val="solid"/>
          </a:ln>
        </p:spPr>
        <p:txBody>
          <a:bodyPr wrap="square" lIns="0" tIns="0" rIns="0" bIns="0" anchor="t">
            <a:noAutofit/>
          </a:bodyPr>
          <a:lstStyle>
            <a:defPPr algn="l">
              <a:defRPr sz="1275" b="0">
                <a:solidFill>
                  <a:srgbClr val="796A8D"/>
                </a:solidFill>
                <a:latin typeface="Segoe UI"/>
                <a:ea typeface="Segoe UI"/>
                <a:cs typeface="Segoe UI"/>
              </a:defRPr>
            </a:defPPr>
          </a:lstStyle>
          <a:p>
            <a:pPr algn="l">
              <a:lnSpc>
                <a:spcPct val="108000"/>
              </a:lnSpc>
              <a:buNone/>
              <a:defRPr sz="1275" b="0">
                <a:solidFill>
                  <a:srgbClr val="796A8D"/>
                </a:solidFill>
                <a:latin typeface="Segoe UI"/>
                <a:ea typeface="Segoe UI"/>
                <a:cs typeface="Segoe UI"/>
              </a:defRPr>
            </a:pPr>
            <a:r>
              <a:rPr sz="1275" b="0">
                <a:solidFill>
                  <a:srgbClr val="796A8D"/>
                </a:solidFill>
                <a:latin typeface="Segoe UI"/>
                <a:ea typeface="Segoe UI"/>
                <a:cs typeface="Segoe UI"/>
              </a:rPr>
              <a:t>Есептік мысал: базалық профиль, шартты қарсылас 50 балл. Болжам деректерді өзгертпейді.</a:t>
            </a:r>
          </a:p>
        </p:txBody>
      </p:sp>
    </p:spTree>
    <p:extLst>
      <p:ext uri="{BB962C8B-B14F-4D97-AF65-F5344CB8AC3E}">
        <ns5:creationId val="1126433058"/>
      </p:ext>
    </p:extLst>
  </p:cSld>
  <p:transition spd="slow" advClick="1">
    <p:fade/>
  </p:transition>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p:bg>
      <p:bgPr>
        <a:gradFill>
          <a:gsLst>
            <a:gs pos="0">
              <a:srgbClr val="FFFFFF"/>
            </a:gs>
            <a:gs pos="100000">
              <a:srgbClr val="F5F3FF"/>
            </a:gs>
          </a:gsLst>
          <a:lin ang="0"/>
        </a:gradFill>
      </p:bgPr>
    </p:bg>
    <p:spTree>
      <p:nvGrpSpPr>
        <p:cNvPr id="1" name=""/>
        <p:cNvGrpSpPr/>
        <p:nvPr/>
      </p:nvGrpSpPr>
      <p:grpSpPr>
        <a:xfrm/>
      </p:grpSpPr>
      <p:sp>
        <p:nvSpPr>
          <p:cNvPr id="4" name="Title 3">
            <a:extLst>
              <a:ext uri="{FF2B5EF4-FFF2-40B4-BE49-F238E27FC236}">
                <ns2:creationId id="{516E6E18-DCB5-27BF-4701-D93C82ECBFD6}"/>
              </a:ext>
            </a:extLst>
          </p:cNvPr>
          <p:cNvSpPr>
            <a:spLocks noGrp="1"/>
          </p:cNvSpPr>
          <p:nvPr>
            <p:ph type="ctrTitle" idx="0"/>
          </p:nvPr>
        </p:nvSpPr>
        <p:spPr>
          <a:xfrm>
            <a:off x="393668" y="1895475"/>
            <a:ext cx="5429250" cy="1171575"/>
          </a:xfrm>
        </p:spPr>
        <p:txBody>
          <a:bodyPr wrap="square" lIns="0" tIns="0" rIns="0" bIns="0" anchor="t">
            <a:noAutofit/>
          </a:bodyPr>
          <a:lstStyle>
            <a:defPPr algn="l">
              <a:defRPr sz="6600" b="1">
                <a:solidFill>
                  <a:srgbClr val="4C1D95"/>
                </a:solidFill>
                <a:latin typeface="Segoe UI"/>
                <a:ea typeface="Segoe UI"/>
                <a:cs typeface="Segoe UI"/>
              </a:defRPr>
            </a:defPPr>
          </a:lstStyle>
          <a:p>
            <a:pPr algn="l">
              <a:lnSpc>
                <a:spcPct val="108000"/>
              </a:lnSpc>
              <a:buNone/>
              <a:defRPr sz="6600" b="1">
                <a:solidFill>
                  <a:srgbClr val="4C1D95"/>
                </a:solidFill>
                <a:latin typeface="Segoe UI"/>
                <a:ea typeface="Segoe UI"/>
                <a:cs typeface="Segoe UI"/>
              </a:defRPr>
            </a:pPr>
            <a:r>
              <a:rPr sz="6600" b="1">
                <a:solidFill>
                  <a:srgbClr val="4C1D95"/>
                </a:solidFill>
                <a:latin typeface="Segoe UI"/>
                <a:ea typeface="Segoe UI"/>
                <a:cs typeface="Segoe UI"/>
              </a:rPr>
              <a:t>Dáreje</a:t>
            </a:r>
          </a:p>
        </p:txBody>
      </p:sp>
      <p:sp>
        <p:nvSpPr>
          <p:cNvPr id="5" name="Subtitle 4">
            <a:extLst>
              <a:ext uri="{FF2B5EF4-FFF2-40B4-BE49-F238E27FC236}">
                <ns2:creationId id="{9DF85E7E-4696-758B-00CF-3C8AE6DE9331}"/>
              </a:ext>
            </a:extLst>
          </p:cNvPr>
          <p:cNvSpPr>
            <a:spLocks noGrp="1"/>
          </p:cNvSpPr>
          <p:nvPr>
            <p:ph type="subTitle" idx="1"/>
          </p:nvPr>
        </p:nvSpPr>
        <p:spPr>
          <a:xfrm>
            <a:off x="393668" y="3505200"/>
            <a:ext cx="5429250" cy="1000125"/>
          </a:xfrm>
        </p:spPr>
        <p:txBody>
          <a:bodyPr wrap="square" lIns="0" tIns="0" rIns="0" bIns="0" anchor="t">
            <a:noAutofit/>
          </a:bodyPr>
          <a:lstStyle>
            <a:defPPr algn="l">
              <a:defRPr sz="2550" b="1">
                <a:solidFill>
                  <a:srgbClr val="7C3AED"/>
                </a:solidFill>
                <a:latin typeface="Segoe UI"/>
                <a:ea typeface="Segoe UI"/>
                <a:cs typeface="Segoe UI"/>
              </a:defRPr>
            </a:defPPr>
          </a:lstStyle>
          <a:p>
            <a:pPr algn="l">
              <a:lnSpc>
                <a:spcPct val="108000"/>
              </a:lnSpc>
              <a:buNone/>
              <a:defRPr sz="2550" b="1">
                <a:solidFill>
                  <a:srgbClr val="7C3AED"/>
                </a:solidFill>
                <a:latin typeface="Segoe UI"/>
                <a:ea typeface="Segoe UI"/>
                <a:cs typeface="Segoe UI"/>
              </a:defRPr>
            </a:pPr>
            <a:r>
              <a:rPr sz="2550" b="1">
                <a:solidFill>
                  <a:srgbClr val="7C3AED"/>
                </a:solidFill>
                <a:latin typeface="Segoe UI"/>
                <a:ea typeface="Segoe UI"/>
                <a:cs typeface="Segoe UI"/>
              </a:rPr>
              <a:t>Негізгі мақсат пен</a:t>
            </a:r>
          </a:p>
          <a:p>
            <a:pPr algn="l">
              <a:lnSpc>
                <a:spcPct val="108000"/>
              </a:lnSpc>
              <a:buNone/>
              <a:defRPr sz="2550" b="1">
                <a:solidFill>
                  <a:srgbClr val="7C3AED"/>
                </a:solidFill>
                <a:latin typeface="Segoe UI"/>
                <a:ea typeface="Segoe UI"/>
                <a:cs typeface="Segoe UI"/>
              </a:defRPr>
            </a:pPr>
            <a:r>
              <a:rPr sz="2550" b="1">
                <a:solidFill>
                  <a:srgbClr val="7C3AED"/>
                </a:solidFill>
                <a:latin typeface="Segoe UI"/>
                <a:ea typeface="Segoe UI"/>
                <a:cs typeface="Segoe UI"/>
              </a:rPr>
              <a:t>міндеттер орындалды</a:t>
            </a:r>
          </a:p>
        </p:txBody>
      </p:sp>
      <p:sp>
        <p:nvSpPr>
          <p:cNvPr id="6" name="Subtitle 4">
            <a:extLst>
              <a:ext uri="{FF2B5EF4-FFF2-40B4-BE49-F238E27FC236}">
                <ns2:creationId id="{9C23E257-E836-DD5D-F7F1-70302542DB9F}"/>
              </a:ext>
            </a:extLst>
          </p:cNvPr>
          <p:cNvSpPr>
            <a:spLocks noGrp="1"/>
          </p:cNvSpPr>
          <p:nvPr/>
        </p:nvSpPr>
        <p:spPr>
          <a:xfrm>
            <a:off x="393668" y="344043"/>
            <a:ext cx="11404568" cy="790575"/>
          </a:xfrm>
          <a:prstGeom prst="rect">
            <a:avLst/>
          </a:prstGeom>
        </p:spPr>
        <p:txBody>
          <a:bodyPr vert="horz" wrap="square" lIns="0" tIns="0" rIns="0" bIns="0" anchor="t">
            <a:noAutofit/>
          </a:bodyPr>
          <a:lstStyle>
            <a:defPPr algn="l">
              <a:defRPr sz="3300" b="1">
                <a:solidFill>
                  <a:srgbClr val="271443"/>
                </a:solidFill>
                <a:latin typeface="Segoe UI"/>
                <a:ea typeface="Segoe UI"/>
                <a:cs typeface="Segoe UI"/>
              </a:defRPr>
            </a:defPPr>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a:pPr marL="0" marR="0" lvl="0" indent="0" algn="l" defTabSz="914400">
              <a:lnSpc>
                <a:spcPct val="108000"/>
              </a:lnSpc>
              <a:spcBef>
                <a:spcPts val="1000"/>
              </a:spcBef>
              <a:spcAft>
                <a:spcPts val="0"/>
              </a:spcAft>
              <a:buClrTx/>
              <a:buSzTx/>
              <a:buFont typeface="Arial"/>
              <a:buNone/>
              <a:defRPr sz="3300" b="1">
                <a:solidFill>
                  <a:srgbClr val="271443"/>
                </a:solidFill>
                <a:latin typeface="Segoe UI"/>
                <a:ea typeface="Segoe UI"/>
                <a:cs typeface="Segoe UI"/>
              </a:defRPr>
            </a:pPr>
            <a:r>
              <a:rPr sz="3300" b="1" i="0" u="none" strike="noStrike" cap="none" spc="0" baseline="0">
                <a:ln>
                  <a:noFill/>
                </a:ln>
                <a:solidFill>
                  <a:srgbClr val="271443"/>
                </a:solidFill>
                <a:latin typeface="Segoe UI"/>
                <a:ea typeface="Segoe UI"/>
                <a:cs typeface="Segoe UI"/>
              </a:rPr>
              <a:t>Қорытынды</a:t>
            </a:r>
          </a:p>
        </p:txBody>
      </p:sp>
      <p:sp>
        <p:nvSpPr>
          <p:cNvPr id="7" name="">
            <a:extLst>
              <a:ext uri="{FF2B5EF4-FFF2-40B4-BE49-F238E27FC236}">
                <ns2:creationId id="{13E72058-C055-48BF-94FF-B337154E203E}"/>
              </a:ext>
            </a:extLst>
          </p:cNvPr>
          <p:cNvSpPr>
            <a:spLocks noGrp="1"/>
          </p:cNvSpPr>
          <p:nvPr/>
        </p:nvSpPr>
        <p:spPr>
          <a:xfrm>
            <a:off x="6238875" y="1457325"/>
            <a:ext cx="5553075" cy="1038225"/>
          </a:xfrm>
          <a:prstGeom prst="roundRect">
            <a:avLst>
              <a:gd name="adj" fmla="val 17431"/>
            </a:avLst>
          </a:prstGeom>
          <a:solidFill>
            <a:srgbClr val="FFFFFF"/>
          </a:solidFill>
          <a:ln w="9525">
            <a:solidFill>
              <a:srgbClr val="E8E0F7"/>
            </a:solidFill>
            <a:prstDash val="solid"/>
          </a:ln>
        </p:spPr>
      </p:sp>
      <p:sp>
        <p:nvSpPr>
          <p:cNvPr id="8" name="">
            <a:extLst>
              <a:ext uri="{FF2B5EF4-FFF2-40B4-BE49-F238E27FC236}">
                <ns2:creationId id="{A97CAAB9-5517-4604-AB4D-6783CC1D4BEC}"/>
              </a:ext>
            </a:extLst>
          </p:cNvPr>
          <p:cNvSpPr>
            <a:spLocks noGrp="1"/>
          </p:cNvSpPr>
          <p:nvPr/>
        </p:nvSpPr>
        <p:spPr>
          <a:xfrm>
            <a:off x="6477000" y="1600200"/>
            <a:ext cx="5076825" cy="285750"/>
          </a:xfrm>
          <a:prstGeom prst="rect">
            <a:avLst/>
          </a:prstGeom>
          <a:noFill/>
          <a:ln w="0">
            <a:noFill/>
            <a:prstDash val="solid"/>
          </a:ln>
        </p:spPr>
        <p:txBody>
          <a:bodyPr wrap="square" lIns="0" tIns="0" rIns="0" bIns="0" anchor="t">
            <a:noAutofit/>
          </a:bodyPr>
          <a:lstStyle>
            <a:defPPr algn="l">
              <a:defRPr sz="1725" b="1">
                <a:solidFill>
                  <a:srgbClr val="4C1D95"/>
                </a:solidFill>
                <a:latin typeface="Segoe UI"/>
                <a:ea typeface="Segoe UI"/>
                <a:cs typeface="Segoe UI"/>
              </a:defRPr>
            </a:defPPr>
          </a:lstStyle>
          <a:p>
            <a:pPr algn="l">
              <a:lnSpc>
                <a:spcPct val="108000"/>
              </a:lnSpc>
              <a:buNone/>
              <a:defRPr sz="1725" b="1">
                <a:solidFill>
                  <a:srgbClr val="4C1D95"/>
                </a:solidFill>
                <a:latin typeface="Segoe UI"/>
                <a:ea typeface="Segoe UI"/>
                <a:cs typeface="Segoe UI"/>
              </a:defRPr>
            </a:pPr>
            <a:r>
              <a:rPr sz="1725" b="1">
                <a:solidFill>
                  <a:srgbClr val="4C1D95"/>
                </a:solidFill>
                <a:latin typeface="Segoe UI"/>
                <a:ea typeface="Segoe UI"/>
                <a:cs typeface="Segoe UI"/>
              </a:rPr>
              <a:t>Орындалған жұмыстар</a:t>
            </a:r>
          </a:p>
        </p:txBody>
      </p:sp>
      <p:sp>
        <p:nvSpPr>
          <p:cNvPr id="9" name="">
            <a:extLst>
              <a:ext uri="{FF2B5EF4-FFF2-40B4-BE49-F238E27FC236}">
                <ns2:creationId id="{A1DDECBB-D8B5-4EA2-83C6-2B21DF3D2C1C}"/>
              </a:ext>
            </a:extLst>
          </p:cNvPr>
          <p:cNvSpPr>
            <a:spLocks noGrp="1"/>
          </p:cNvSpPr>
          <p:nvPr/>
        </p:nvSpPr>
        <p:spPr>
          <a:xfrm>
            <a:off x="6477000" y="1943100"/>
            <a:ext cx="5076825" cy="504825"/>
          </a:xfrm>
          <a:prstGeom prst="rect">
            <a:avLst/>
          </a:prstGeom>
          <a:noFill/>
          <a:ln w="0">
            <a:noFill/>
            <a:prstDash val="solid"/>
          </a:ln>
        </p:spPr>
        <p:txBody>
          <a:bodyPr wrap="square" lIns="0" tIns="0" rIns="0" bIns="0" anchor="t">
            <a:noAutofit/>
          </a:bodyPr>
          <a:lstStyle>
            <a:defPPr algn="l">
              <a:defRPr sz="1575" b="0">
                <a:solidFill>
                  <a:srgbClr val="796A8D"/>
                </a:solidFill>
                <a:latin typeface="Segoe UI"/>
                <a:ea typeface="Segoe UI"/>
                <a:cs typeface="Segoe UI"/>
              </a:defRPr>
            </a:defPPr>
          </a:lstStyle>
          <a:p>
            <a:pPr algn="l">
              <a:lnSpc>
                <a:spcPct val="108000"/>
              </a:lnSpc>
              <a:buNone/>
              <a:defRPr sz="1575" b="0">
                <a:solidFill>
                  <a:srgbClr val="796A8D"/>
                </a:solidFill>
                <a:latin typeface="Segoe UI"/>
                <a:ea typeface="Segoe UI"/>
                <a:cs typeface="Segoe UI"/>
              </a:defRPr>
            </a:pPr>
            <a:r>
              <a:rPr sz="1575" b="0">
                <a:solidFill>
                  <a:srgbClr val="796A8D"/>
                </a:solidFill>
                <a:latin typeface="Segoe UI"/>
                <a:ea typeface="Segoe UI"/>
                <a:cs typeface="Segoe UI"/>
              </a:rPr>
              <a:t>Интерфейс, профиль, жетістіктер,</a:t>
            </a:r>
          </a:p>
          <a:p>
            <a:pPr algn="l">
              <a:lnSpc>
                <a:spcPct val="108000"/>
              </a:lnSpc>
              <a:buNone/>
              <a:defRPr sz="1575" b="0">
                <a:solidFill>
                  <a:srgbClr val="796A8D"/>
                </a:solidFill>
                <a:latin typeface="Segoe UI"/>
                <a:ea typeface="Segoe UI"/>
                <a:cs typeface="Segoe UI"/>
              </a:defRPr>
            </a:pPr>
            <a:r>
              <a:rPr sz="1575" b="0">
                <a:solidFill>
                  <a:srgbClr val="796A8D"/>
                </a:solidFill>
                <a:latin typeface="Segoe UI"/>
                <a:ea typeface="Segoe UI"/>
                <a:cs typeface="Segoe UI"/>
              </a:rPr>
              <a:t>локалды рейтинг, талдау және симулятор</a:t>
            </a:r>
          </a:p>
        </p:txBody>
      </p:sp>
      <p:sp>
        <p:nvSpPr>
          <p:cNvPr id="10" name="">
            <a:extLst>
              <a:ext uri="{FF2B5EF4-FFF2-40B4-BE49-F238E27FC236}">
                <ns2:creationId id="{B27BCCD0-C278-4DEC-ACB1-274F01D590E3}"/>
              </a:ext>
            </a:extLst>
          </p:cNvPr>
          <p:cNvSpPr>
            <a:spLocks noGrp="1"/>
          </p:cNvSpPr>
          <p:nvPr/>
        </p:nvSpPr>
        <p:spPr>
          <a:xfrm>
            <a:off x="6238875" y="2628900"/>
            <a:ext cx="5553075" cy="1038225"/>
          </a:xfrm>
          <a:prstGeom prst="roundRect">
            <a:avLst>
              <a:gd name="adj" fmla="val 17431"/>
            </a:avLst>
          </a:prstGeom>
          <a:solidFill>
            <a:srgbClr val="FFFFFF"/>
          </a:solidFill>
          <a:ln w="9525">
            <a:solidFill>
              <a:srgbClr val="E8E0F7"/>
            </a:solidFill>
            <a:prstDash val="solid"/>
          </a:ln>
        </p:spPr>
      </p:sp>
      <p:sp>
        <p:nvSpPr>
          <p:cNvPr id="11" name="">
            <a:extLst>
              <a:ext uri="{FF2B5EF4-FFF2-40B4-BE49-F238E27FC236}">
                <ns2:creationId id="{8BC7E705-C151-467F-918C-5BCB8B73396C}"/>
              </a:ext>
            </a:extLst>
          </p:cNvPr>
          <p:cNvSpPr>
            <a:spLocks noGrp="1"/>
          </p:cNvSpPr>
          <p:nvPr/>
        </p:nvSpPr>
        <p:spPr>
          <a:xfrm>
            <a:off x="6477000" y="2771775"/>
            <a:ext cx="5076825" cy="285750"/>
          </a:xfrm>
          <a:prstGeom prst="rect">
            <a:avLst/>
          </a:prstGeom>
          <a:noFill/>
          <a:ln w="0">
            <a:noFill/>
            <a:prstDash val="solid"/>
          </a:ln>
        </p:spPr>
        <p:txBody>
          <a:bodyPr wrap="square" lIns="0" tIns="0" rIns="0" bIns="0" anchor="t">
            <a:noAutofit/>
          </a:bodyPr>
          <a:lstStyle>
            <a:defPPr algn="l">
              <a:defRPr sz="1725" b="1">
                <a:solidFill>
                  <a:srgbClr val="4C1D95"/>
                </a:solidFill>
                <a:latin typeface="Segoe UI"/>
                <a:ea typeface="Segoe UI"/>
                <a:cs typeface="Segoe UI"/>
              </a:defRPr>
            </a:defPPr>
          </a:lstStyle>
          <a:p>
            <a:pPr algn="l">
              <a:lnSpc>
                <a:spcPct val="108000"/>
              </a:lnSpc>
              <a:buNone/>
              <a:defRPr sz="1725" b="1">
                <a:solidFill>
                  <a:srgbClr val="4C1D95"/>
                </a:solidFill>
                <a:latin typeface="Segoe UI"/>
                <a:ea typeface="Segoe UI"/>
                <a:cs typeface="Segoe UI"/>
              </a:defRPr>
            </a:pPr>
            <a:r>
              <a:rPr sz="1725" b="1">
                <a:solidFill>
                  <a:srgbClr val="4C1D95"/>
                </a:solidFill>
                <a:latin typeface="Segoe UI"/>
                <a:ea typeface="Segoe UI"/>
                <a:cs typeface="Segoe UI"/>
              </a:rPr>
              <a:t>Практикалық маңызы</a:t>
            </a:r>
          </a:p>
        </p:txBody>
      </p:sp>
      <p:sp>
        <p:nvSpPr>
          <p:cNvPr id="12" name="">
            <a:extLst>
              <a:ext uri="{FF2B5EF4-FFF2-40B4-BE49-F238E27FC236}">
                <ns2:creationId id="{5BA0A513-5BC8-4B75-874D-FB28C7271F51}"/>
              </a:ext>
            </a:extLst>
          </p:cNvPr>
          <p:cNvSpPr>
            <a:spLocks noGrp="1"/>
          </p:cNvSpPr>
          <p:nvPr/>
        </p:nvSpPr>
        <p:spPr>
          <a:xfrm>
            <a:off x="6477000" y="3114675"/>
            <a:ext cx="5076825" cy="504825"/>
          </a:xfrm>
          <a:prstGeom prst="rect">
            <a:avLst/>
          </a:prstGeom>
          <a:noFill/>
          <a:ln w="0">
            <a:noFill/>
            <a:prstDash val="solid"/>
          </a:ln>
        </p:spPr>
        <p:txBody>
          <a:bodyPr wrap="square" lIns="0" tIns="0" rIns="0" bIns="0" anchor="t">
            <a:noAutofit/>
          </a:bodyPr>
          <a:lstStyle>
            <a:defPPr algn="l">
              <a:defRPr sz="1575" b="0">
                <a:solidFill>
                  <a:srgbClr val="796A8D"/>
                </a:solidFill>
                <a:latin typeface="Segoe UI"/>
                <a:ea typeface="Segoe UI"/>
                <a:cs typeface="Segoe UI"/>
              </a:defRPr>
            </a:defPPr>
          </a:lstStyle>
          <a:p>
            <a:pPr algn="l">
              <a:lnSpc>
                <a:spcPct val="108000"/>
              </a:lnSpc>
              <a:buNone/>
              <a:defRPr sz="1575" b="0">
                <a:solidFill>
                  <a:srgbClr val="796A8D"/>
                </a:solidFill>
                <a:latin typeface="Segoe UI"/>
                <a:ea typeface="Segoe UI"/>
                <a:cs typeface="Segoe UI"/>
              </a:defRPr>
            </a:pPr>
            <a:r>
              <a:rPr sz="1575" b="0">
                <a:solidFill>
                  <a:srgbClr val="796A8D"/>
                </a:solidFill>
                <a:latin typeface="Segoe UI"/>
                <a:ea typeface="Segoe UI"/>
                <a:cs typeface="Segoe UI"/>
              </a:rPr>
              <a:t>Студент нәтижелерін жинақтау</a:t>
            </a:r>
          </a:p>
          <a:p>
            <a:pPr algn="l">
              <a:lnSpc>
                <a:spcPct val="108000"/>
              </a:lnSpc>
              <a:buNone/>
              <a:defRPr sz="1575" b="0">
                <a:solidFill>
                  <a:srgbClr val="796A8D"/>
                </a:solidFill>
                <a:latin typeface="Segoe UI"/>
                <a:ea typeface="Segoe UI"/>
                <a:cs typeface="Segoe UI"/>
              </a:defRPr>
            </a:pPr>
            <a:r>
              <a:rPr sz="1575" b="0">
                <a:solidFill>
                  <a:srgbClr val="796A8D"/>
                </a:solidFill>
                <a:latin typeface="Segoe UI"/>
                <a:ea typeface="Segoe UI"/>
                <a:cs typeface="Segoe UI"/>
              </a:rPr>
              <a:t>және даму динамикасын бақылау</a:t>
            </a:r>
          </a:p>
        </p:txBody>
      </p:sp>
      <p:sp>
        <p:nvSpPr>
          <p:cNvPr id="13" name="">
            <a:extLst>
              <a:ext uri="{FF2B5EF4-FFF2-40B4-BE49-F238E27FC236}">
                <ns2:creationId id="{1212E991-A9D1-402B-A2C6-4F9CA77FFD5D}"/>
              </a:ext>
            </a:extLst>
          </p:cNvPr>
          <p:cNvSpPr>
            <a:spLocks noGrp="1"/>
          </p:cNvSpPr>
          <p:nvPr/>
        </p:nvSpPr>
        <p:spPr>
          <a:xfrm>
            <a:off x="6238875" y="3800475"/>
            <a:ext cx="5553075" cy="1038225"/>
          </a:xfrm>
          <a:prstGeom prst="roundRect">
            <a:avLst>
              <a:gd name="adj" fmla="val 17431"/>
            </a:avLst>
          </a:prstGeom>
          <a:solidFill>
            <a:srgbClr val="FFFFFF"/>
          </a:solidFill>
          <a:ln w="9525">
            <a:solidFill>
              <a:srgbClr val="E8E0F7"/>
            </a:solidFill>
            <a:prstDash val="solid"/>
          </a:ln>
        </p:spPr>
      </p:sp>
      <p:sp>
        <p:nvSpPr>
          <p:cNvPr id="14" name="">
            <a:extLst>
              <a:ext uri="{FF2B5EF4-FFF2-40B4-BE49-F238E27FC236}">
                <ns2:creationId id="{B33C7EDA-436D-4491-8886-28E97D109EF8}"/>
              </a:ext>
            </a:extLst>
          </p:cNvPr>
          <p:cNvSpPr>
            <a:spLocks noGrp="1"/>
          </p:cNvSpPr>
          <p:nvPr/>
        </p:nvSpPr>
        <p:spPr>
          <a:xfrm>
            <a:off x="6477000" y="3943350"/>
            <a:ext cx="5076825" cy="285750"/>
          </a:xfrm>
          <a:prstGeom prst="rect">
            <a:avLst/>
          </a:prstGeom>
          <a:noFill/>
          <a:ln w="0">
            <a:noFill/>
            <a:prstDash val="solid"/>
          </a:ln>
        </p:spPr>
        <p:txBody>
          <a:bodyPr wrap="square" lIns="0" tIns="0" rIns="0" bIns="0" anchor="t">
            <a:noAutofit/>
          </a:bodyPr>
          <a:lstStyle>
            <a:defPPr algn="l">
              <a:defRPr sz="1725" b="1">
                <a:solidFill>
                  <a:srgbClr val="4C1D95"/>
                </a:solidFill>
                <a:latin typeface="Segoe UI"/>
                <a:ea typeface="Segoe UI"/>
                <a:cs typeface="Segoe UI"/>
              </a:defRPr>
            </a:defPPr>
          </a:lstStyle>
          <a:p>
            <a:pPr algn="l">
              <a:lnSpc>
                <a:spcPct val="108000"/>
              </a:lnSpc>
              <a:buNone/>
              <a:defRPr sz="1725" b="1">
                <a:solidFill>
                  <a:srgbClr val="4C1D95"/>
                </a:solidFill>
                <a:latin typeface="Segoe UI"/>
                <a:ea typeface="Segoe UI"/>
                <a:cs typeface="Segoe UI"/>
              </a:defRPr>
            </a:pPr>
            <a:r>
              <a:rPr sz="1725" b="1">
                <a:solidFill>
                  <a:srgbClr val="4C1D95"/>
                </a:solidFill>
                <a:latin typeface="Segoe UI"/>
                <a:ea typeface="Segoe UI"/>
                <a:cs typeface="Segoe UI"/>
              </a:rPr>
              <a:t>Flutter арқылы әзірлеу</a:t>
            </a:r>
          </a:p>
        </p:txBody>
      </p:sp>
      <p:sp>
        <p:nvSpPr>
          <p:cNvPr id="15" name="">
            <a:extLst>
              <a:ext uri="{FF2B5EF4-FFF2-40B4-BE49-F238E27FC236}">
                <ns2:creationId id="{5E2E3BA9-8138-4823-9CA1-3B9DDCE407A9}"/>
              </a:ext>
            </a:extLst>
          </p:cNvPr>
          <p:cNvSpPr>
            <a:spLocks noGrp="1"/>
          </p:cNvSpPr>
          <p:nvPr/>
        </p:nvSpPr>
        <p:spPr>
          <a:xfrm>
            <a:off x="6477000" y="4286250"/>
            <a:ext cx="5076825" cy="504825"/>
          </a:xfrm>
          <a:prstGeom prst="rect">
            <a:avLst/>
          </a:prstGeom>
          <a:noFill/>
          <a:ln w="0">
            <a:noFill/>
            <a:prstDash val="solid"/>
          </a:ln>
        </p:spPr>
        <p:txBody>
          <a:bodyPr wrap="square" lIns="0" tIns="0" rIns="0" bIns="0" anchor="t">
            <a:noAutofit/>
          </a:bodyPr>
          <a:lstStyle>
            <a:defPPr algn="l">
              <a:defRPr sz="1575" b="0">
                <a:solidFill>
                  <a:srgbClr val="796A8D"/>
                </a:solidFill>
                <a:latin typeface="Segoe UI"/>
                <a:ea typeface="Segoe UI"/>
                <a:cs typeface="Segoe UI"/>
              </a:defRPr>
            </a:defPPr>
          </a:lstStyle>
          <a:p>
            <a:pPr algn="l">
              <a:lnSpc>
                <a:spcPct val="108000"/>
              </a:lnSpc>
              <a:buNone/>
              <a:defRPr sz="1575" b="0">
                <a:solidFill>
                  <a:srgbClr val="796A8D"/>
                </a:solidFill>
                <a:latin typeface="Segoe UI"/>
                <a:ea typeface="Segoe UI"/>
                <a:cs typeface="Segoe UI"/>
              </a:defRPr>
            </a:pPr>
            <a:r>
              <a:rPr sz="1575" b="0">
                <a:solidFill>
                  <a:srgbClr val="796A8D"/>
                </a:solidFill>
                <a:latin typeface="Segoe UI"/>
                <a:ea typeface="Segoe UI"/>
                <a:cs typeface="Segoe UI"/>
              </a:rPr>
              <a:t>Бір кодтық база және</a:t>
            </a:r>
          </a:p>
          <a:p>
            <a:pPr algn="l">
              <a:lnSpc>
                <a:spcPct val="108000"/>
              </a:lnSpc>
              <a:buNone/>
              <a:defRPr sz="1575" b="0">
                <a:solidFill>
                  <a:srgbClr val="796A8D"/>
                </a:solidFill>
                <a:latin typeface="Segoe UI"/>
                <a:ea typeface="Segoe UI"/>
                <a:cs typeface="Segoe UI"/>
              </a:defRPr>
            </a:pPr>
            <a:r>
              <a:rPr sz="1575" b="0">
                <a:solidFill>
                  <a:srgbClr val="796A8D"/>
                </a:solidFill>
                <a:latin typeface="Segoe UI"/>
                <a:ea typeface="Segoe UI"/>
                <a:cs typeface="Segoe UI"/>
              </a:rPr>
              <a:t>бейімделетін интерфейс</a:t>
            </a:r>
          </a:p>
        </p:txBody>
      </p:sp>
      <p:sp>
        <p:nvSpPr>
          <p:cNvPr id="16" name="">
            <a:extLst>
              <a:ext uri="{FF2B5EF4-FFF2-40B4-BE49-F238E27FC236}">
                <ns2:creationId id="{EB4DA859-B039-4980-AFE7-DB3845F950AE}"/>
              </a:ext>
            </a:extLst>
          </p:cNvPr>
          <p:cNvSpPr>
            <a:spLocks noGrp="1"/>
          </p:cNvSpPr>
          <p:nvPr/>
        </p:nvSpPr>
        <p:spPr>
          <a:xfrm>
            <a:off x="400050" y="5219700"/>
            <a:ext cx="11391900" cy="857250"/>
          </a:xfrm>
          <a:prstGeom prst="roundRect">
            <a:avLst>
              <a:gd name="adj" fmla="val 24444"/>
            </a:avLst>
          </a:prstGeom>
          <a:gradFill>
            <a:gsLst>
              <a:gs pos="0">
                <a:srgbClr val="4C1D95"/>
              </a:gs>
              <a:gs pos="100000">
                <a:srgbClr val="7C3AED"/>
              </a:gs>
            </a:gsLst>
            <a:lin ang="0"/>
          </a:gradFill>
          <a:ln w="9525">
            <a:solidFill>
              <a:srgbClr val="7C3AED"/>
            </a:solidFill>
            <a:prstDash val="solid"/>
          </a:ln>
        </p:spPr>
      </p:sp>
      <p:sp>
        <p:nvSpPr>
          <p:cNvPr id="17" name="">
            <a:extLst>
              <a:ext uri="{FF2B5EF4-FFF2-40B4-BE49-F238E27FC236}">
                <ns2:creationId id="{2331D2D5-6349-4B50-A0CB-1DEF38B084D8}"/>
              </a:ext>
            </a:extLst>
          </p:cNvPr>
          <p:cNvSpPr>
            <a:spLocks noGrp="1"/>
          </p:cNvSpPr>
          <p:nvPr/>
        </p:nvSpPr>
        <p:spPr>
          <a:xfrm>
            <a:off x="619125" y="5410200"/>
            <a:ext cx="2181225" cy="314325"/>
          </a:xfrm>
          <a:prstGeom prst="rect">
            <a:avLst/>
          </a:prstGeom>
          <a:noFill/>
          <a:ln w="0">
            <a:noFill/>
            <a:prstDash val="solid"/>
          </a:ln>
        </p:spPr>
        <p:txBody>
          <a:bodyPr wrap="square" lIns="0" tIns="0" rIns="0" bIns="0" anchor="t">
            <a:noAutofit/>
          </a:bodyPr>
          <a:lstStyle>
            <a:defPPr algn="l">
              <a:defRPr sz="1875" b="1">
                <a:solidFill>
                  <a:srgbClr val="FFFFFF"/>
                </a:solidFill>
                <a:latin typeface="Segoe UI"/>
                <a:ea typeface="Segoe UI"/>
                <a:cs typeface="Segoe UI"/>
              </a:defRPr>
            </a:defPPr>
          </a:lstStyle>
          <a:p>
            <a:pPr algn="l">
              <a:lnSpc>
                <a:spcPct val="108000"/>
              </a:lnSpc>
              <a:buNone/>
              <a:defRPr sz="1875" b="1">
                <a:solidFill>
                  <a:srgbClr val="FFFFFF"/>
                </a:solidFill>
                <a:latin typeface="Segoe UI"/>
                <a:ea typeface="Segoe UI"/>
                <a:cs typeface="Segoe UI"/>
              </a:defRPr>
            </a:pPr>
            <a:r>
              <a:rPr sz="1875" b="1">
                <a:solidFill>
                  <a:srgbClr val="FFFFFF"/>
                </a:solidFill>
                <a:latin typeface="Segoe UI"/>
                <a:ea typeface="Segoe UI"/>
                <a:cs typeface="Segoe UI"/>
              </a:rPr>
              <a:t>Болашақ даму</a:t>
            </a:r>
          </a:p>
        </p:txBody>
      </p:sp>
      <p:sp>
        <p:nvSpPr>
          <p:cNvPr id="18" name="">
            <a:extLst>
              <a:ext uri="{FF2B5EF4-FFF2-40B4-BE49-F238E27FC236}">
                <ns2:creationId id="{FEDD2003-C8A4-4CCE-938F-C3C986305CBE}"/>
              </a:ext>
            </a:extLst>
          </p:cNvPr>
          <p:cNvSpPr>
            <a:spLocks noGrp="1"/>
          </p:cNvSpPr>
          <p:nvPr/>
        </p:nvSpPr>
        <p:spPr>
          <a:xfrm>
            <a:off x="619125" y="5772150"/>
            <a:ext cx="2181225" cy="228600"/>
          </a:xfrm>
          <a:prstGeom prst="rect">
            <a:avLst/>
          </a:prstGeom>
          <a:noFill/>
          <a:ln w="0">
            <a:noFill/>
            <a:prstDash val="solid"/>
          </a:ln>
        </p:spPr>
        <p:txBody>
          <a:bodyPr wrap="square" lIns="0" tIns="0" rIns="0" bIns="0" anchor="t">
            <a:noAutofit/>
          </a:bodyPr>
          <a:lstStyle>
            <a:defPPr algn="l">
              <a:defRPr sz="1200" b="0">
                <a:solidFill>
                  <a:srgbClr val="E6D8FF"/>
                </a:solidFill>
                <a:latin typeface="Segoe UI"/>
                <a:ea typeface="Segoe UI"/>
                <a:cs typeface="Segoe UI"/>
              </a:defRPr>
            </a:defPPr>
          </a:lstStyle>
          <a:p>
            <a:pPr algn="l">
              <a:lnSpc>
                <a:spcPct val="108000"/>
              </a:lnSpc>
              <a:buNone/>
              <a:defRPr sz="1200" b="0">
                <a:solidFill>
                  <a:srgbClr val="E6D8FF"/>
                </a:solidFill>
                <a:latin typeface="Segoe UI"/>
                <a:ea typeface="Segoe UI"/>
                <a:cs typeface="Segoe UI"/>
              </a:defRPr>
            </a:pPr>
            <a:r>
              <a:rPr sz="1200" b="0">
                <a:solidFill>
                  <a:srgbClr val="E6D8FF"/>
                </a:solidFill>
                <a:latin typeface="Segoe UI"/>
                <a:ea typeface="Segoe UI"/>
                <a:cs typeface="Segoe UI"/>
              </a:rPr>
              <a:t>Жоспарланған</a:t>
            </a:r>
          </a:p>
        </p:txBody>
      </p:sp>
      <p:sp>
        <p:nvSpPr>
          <p:cNvPr id="19" name="">
            <a:extLst>
              <a:ext uri="{FF2B5EF4-FFF2-40B4-BE49-F238E27FC236}">
                <ns2:creationId id="{C414BF73-50BB-448A-A2D6-B81575C24030}"/>
              </a:ext>
            </a:extLst>
          </p:cNvPr>
          <p:cNvSpPr>
            <a:spLocks noGrp="1"/>
          </p:cNvSpPr>
          <p:nvPr/>
        </p:nvSpPr>
        <p:spPr>
          <a:xfrm>
            <a:off x="3171825" y="5429250"/>
            <a:ext cx="1952625" cy="523875"/>
          </a:xfrm>
          <a:prstGeom prst="rect">
            <a:avLst/>
          </a:prstGeom>
          <a:noFill/>
          <a:ln w="0">
            <a:noFill/>
            <a:prstDash val="solid"/>
          </a:ln>
        </p:spPr>
        <p:txBody>
          <a:bodyPr wrap="square" lIns="0" tIns="0" rIns="0" bIns="0" anchor="t">
            <a:noAutofit/>
          </a:bodyPr>
          <a:lstStyle>
            <a:defPPr algn="l">
              <a:defRPr sz="1650" b="1">
                <a:solidFill>
                  <a:srgbClr val="FFFFFF"/>
                </a:solidFill>
                <a:latin typeface="Segoe UI"/>
                <a:ea typeface="Segoe UI"/>
                <a:cs typeface="Segoe UI"/>
              </a:defRPr>
            </a:defPPr>
          </a:lstStyle>
          <a:p>
            <a:pPr algn="l">
              <a:lnSpc>
                <a:spcPct val="108000"/>
              </a:lnSpc>
              <a:buNone/>
              <a:defRPr sz="1650" b="1">
                <a:solidFill>
                  <a:srgbClr val="FFFFFF"/>
                </a:solidFill>
                <a:latin typeface="Segoe UI"/>
                <a:ea typeface="Segoe UI"/>
                <a:cs typeface="Segoe UI"/>
              </a:defRPr>
            </a:pPr>
            <a:r>
              <a:rPr sz="1650" b="1">
                <a:solidFill>
                  <a:srgbClr val="FFFFFF"/>
                </a:solidFill>
                <a:latin typeface="Segoe UI"/>
                <a:ea typeface="Segoe UI"/>
                <a:cs typeface="Segoe UI"/>
              </a:rPr>
              <a:t>Firebase</a:t>
            </a:r>
          </a:p>
        </p:txBody>
      </p:sp>
      <p:sp>
        <p:nvSpPr>
          <p:cNvPr id="20" name="Бағыт">
            <a:extLst>
              <a:ext uri="{FF2B5EF4-FFF2-40B4-BE49-F238E27FC236}">
                <ns2:creationId id="{FD9D3765-2A56-445C-B05B-4AEF478B8D6A}"/>
              </a:ext>
            </a:extLst>
          </p:cNvPr>
          <p:cNvSpPr>
            <a:spLocks noGrp="1"/>
          </p:cNvSpPr>
          <p:nvPr/>
        </p:nvSpPr>
        <p:spPr>
          <a:xfrm>
            <a:off x="4829175" y="5657850"/>
            <a:ext cx="180975" cy="123825"/>
          </a:xfrm>
          <a:prstGeom prst="rightArrow">
            <a:avLst/>
          </a:prstGeom>
          <a:solidFill>
            <a:srgbClr val="C9B3F5"/>
          </a:solidFill>
          <a:ln w="0">
            <a:noFill/>
          </a:ln>
        </p:spPr>
      </p:sp>
      <p:sp>
        <p:nvSpPr>
          <p:cNvPr id="21" name="">
            <a:extLst>
              <a:ext uri="{FF2B5EF4-FFF2-40B4-BE49-F238E27FC236}">
                <ns2:creationId id="{0D251415-254B-4B08-83ED-44548E114CCF}"/>
              </a:ext>
            </a:extLst>
          </p:cNvPr>
          <p:cNvSpPr>
            <a:spLocks noGrp="1"/>
          </p:cNvSpPr>
          <p:nvPr/>
        </p:nvSpPr>
        <p:spPr>
          <a:xfrm>
            <a:off x="5133975" y="5429250"/>
            <a:ext cx="1952625" cy="523875"/>
          </a:xfrm>
          <a:prstGeom prst="rect">
            <a:avLst/>
          </a:prstGeom>
          <a:noFill/>
          <a:ln w="0">
            <a:noFill/>
            <a:prstDash val="solid"/>
          </a:ln>
        </p:spPr>
        <p:txBody>
          <a:bodyPr wrap="square" lIns="0" tIns="0" rIns="0" bIns="0" anchor="t">
            <a:noAutofit/>
          </a:bodyPr>
          <a:lstStyle>
            <a:defPPr algn="l">
              <a:defRPr sz="1650" b="1">
                <a:solidFill>
                  <a:srgbClr val="FFFFFF"/>
                </a:solidFill>
                <a:latin typeface="Segoe UI"/>
                <a:ea typeface="Segoe UI"/>
                <a:cs typeface="Segoe UI"/>
              </a:defRPr>
            </a:defPPr>
          </a:lstStyle>
          <a:p>
            <a:pPr algn="l">
              <a:lnSpc>
                <a:spcPct val="108000"/>
              </a:lnSpc>
              <a:buNone/>
              <a:defRPr sz="1650" b="1">
                <a:solidFill>
                  <a:srgbClr val="FFFFFF"/>
                </a:solidFill>
                <a:latin typeface="Segoe UI"/>
                <a:ea typeface="Segoe UI"/>
                <a:cs typeface="Segoe UI"/>
              </a:defRPr>
            </a:pPr>
            <a:r>
              <a:rPr sz="1650" b="1">
                <a:solidFill>
                  <a:srgbClr val="FFFFFF"/>
                </a:solidFill>
                <a:latin typeface="Segoe UI"/>
                <a:ea typeface="Segoe UI"/>
                <a:cs typeface="Segoe UI"/>
              </a:rPr>
              <a:t>Нақты</a:t>
            </a:r>
          </a:p>
          <a:p>
            <a:pPr algn="l">
              <a:lnSpc>
                <a:spcPct val="108000"/>
              </a:lnSpc>
              <a:buNone/>
              <a:defRPr sz="1650" b="1">
                <a:solidFill>
                  <a:srgbClr val="FFFFFF"/>
                </a:solidFill>
                <a:latin typeface="Segoe UI"/>
                <a:ea typeface="Segoe UI"/>
                <a:cs typeface="Segoe UI"/>
              </a:defRPr>
            </a:pPr>
            <a:r>
              <a:rPr sz="1650" b="1">
                <a:solidFill>
                  <a:srgbClr val="FFFFFF"/>
                </a:solidFill>
                <a:latin typeface="Segoe UI"/>
                <a:ea typeface="Segoe UI"/>
                <a:cs typeface="Segoe UI"/>
              </a:rPr>
              <a:t>авторизация</a:t>
            </a:r>
          </a:p>
        </p:txBody>
      </p:sp>
      <p:sp>
        <p:nvSpPr>
          <p:cNvPr id="22" name="Бағыт">
            <a:extLst>
              <a:ext uri="{FF2B5EF4-FFF2-40B4-BE49-F238E27FC236}">
                <ns2:creationId id="{9F50007B-1A78-44AF-8B3D-C29ECFF9D53B}"/>
              </a:ext>
            </a:extLst>
          </p:cNvPr>
          <p:cNvSpPr>
            <a:spLocks noGrp="1"/>
          </p:cNvSpPr>
          <p:nvPr/>
        </p:nvSpPr>
        <p:spPr>
          <a:xfrm>
            <a:off x="6791325" y="5657850"/>
            <a:ext cx="180975" cy="123825"/>
          </a:xfrm>
          <a:prstGeom prst="rightArrow">
            <a:avLst/>
          </a:prstGeom>
          <a:solidFill>
            <a:srgbClr val="C9B3F5"/>
          </a:solidFill>
          <a:ln w="0">
            <a:noFill/>
          </a:ln>
        </p:spPr>
      </p:sp>
      <p:sp>
        <p:nvSpPr>
          <p:cNvPr id="23" name="">
            <a:extLst>
              <a:ext uri="{FF2B5EF4-FFF2-40B4-BE49-F238E27FC236}">
                <ns2:creationId id="{273815F5-3176-4B9D-B7A1-2D5C4DB94D11}"/>
              </a:ext>
            </a:extLst>
          </p:cNvPr>
          <p:cNvSpPr>
            <a:spLocks noGrp="1"/>
          </p:cNvSpPr>
          <p:nvPr/>
        </p:nvSpPr>
        <p:spPr>
          <a:xfrm>
            <a:off x="7239000" y="5429250"/>
            <a:ext cx="1952625" cy="523875"/>
          </a:xfrm>
          <a:prstGeom prst="rect">
            <a:avLst/>
          </a:prstGeom>
          <a:noFill/>
          <a:ln w="0">
            <a:noFill/>
            <a:prstDash val="solid"/>
          </a:ln>
        </p:spPr>
        <p:txBody>
          <a:bodyPr wrap="square" lIns="0" tIns="0" rIns="0" bIns="0" anchor="t">
            <a:noAutofit/>
          </a:bodyPr>
          <a:lstStyle>
            <a:defPPr algn="l">
              <a:defRPr sz="1650" b="1">
                <a:solidFill>
                  <a:srgbClr val="FFFFFF"/>
                </a:solidFill>
                <a:latin typeface="Segoe UI"/>
                <a:ea typeface="Segoe UI"/>
                <a:cs typeface="Segoe UI"/>
              </a:defRPr>
            </a:defPPr>
          </a:lstStyle>
          <a:p>
            <a:pPr algn="l">
              <a:lnSpc>
                <a:spcPct val="108000"/>
              </a:lnSpc>
              <a:buNone/>
              <a:defRPr sz="1650" b="1">
                <a:solidFill>
                  <a:srgbClr val="FFFFFF"/>
                </a:solidFill>
                <a:latin typeface="Segoe UI"/>
                <a:ea typeface="Segoe UI"/>
                <a:cs typeface="Segoe UI"/>
              </a:defRPr>
            </a:pPr>
            <a:r>
              <a:rPr sz="1650" b="1">
                <a:solidFill>
                  <a:srgbClr val="FFFFFF"/>
                </a:solidFill>
                <a:latin typeface="Segoe UI"/>
                <a:ea typeface="Segoe UI"/>
                <a:cs typeface="Segoe UI"/>
              </a:rPr>
              <a:t>Деректерді</a:t>
            </a:r>
          </a:p>
          <a:p>
            <a:pPr algn="l">
              <a:lnSpc>
                <a:spcPct val="108000"/>
              </a:lnSpc>
              <a:buNone/>
              <a:defRPr sz="1650" b="1">
                <a:solidFill>
                  <a:srgbClr val="FFFFFF"/>
                </a:solidFill>
                <a:latin typeface="Segoe UI"/>
                <a:ea typeface="Segoe UI"/>
                <a:cs typeface="Segoe UI"/>
              </a:defRPr>
            </a:pPr>
            <a:r>
              <a:rPr sz="1650" b="1">
                <a:solidFill>
                  <a:srgbClr val="FFFFFF"/>
                </a:solidFill>
                <a:latin typeface="Segoe UI"/>
                <a:ea typeface="Segoe UI"/>
                <a:cs typeface="Segoe UI"/>
              </a:rPr>
              <a:t>синхрондау</a:t>
            </a:r>
          </a:p>
        </p:txBody>
      </p:sp>
      <p:sp>
        <p:nvSpPr>
          <p:cNvPr id="24" name="Бағыт">
            <a:extLst>
              <a:ext uri="{FF2B5EF4-FFF2-40B4-BE49-F238E27FC236}">
                <ns2:creationId id="{9198ACA0-FEE3-4E07-93C8-8EA6B99E9C6A}"/>
              </a:ext>
            </a:extLst>
          </p:cNvPr>
          <p:cNvSpPr>
            <a:spLocks noGrp="1"/>
          </p:cNvSpPr>
          <p:nvPr/>
        </p:nvSpPr>
        <p:spPr>
          <a:xfrm>
            <a:off x="8896350" y="5657850"/>
            <a:ext cx="180975" cy="123825"/>
          </a:xfrm>
          <a:prstGeom prst="rightArrow">
            <a:avLst/>
          </a:prstGeom>
          <a:solidFill>
            <a:srgbClr val="C9B3F5"/>
          </a:solidFill>
          <a:ln w="0">
            <a:noFill/>
          </a:ln>
        </p:spPr>
      </p:sp>
      <p:sp>
        <p:nvSpPr>
          <p:cNvPr id="25" name="">
            <a:extLst>
              <a:ext uri="{FF2B5EF4-FFF2-40B4-BE49-F238E27FC236}">
                <ns2:creationId id="{9DB017DF-2D07-491C-919A-6D78CE70BB5D}"/>
              </a:ext>
            </a:extLst>
          </p:cNvPr>
          <p:cNvSpPr>
            <a:spLocks noGrp="1"/>
          </p:cNvSpPr>
          <p:nvPr/>
        </p:nvSpPr>
        <p:spPr>
          <a:xfrm>
            <a:off x="9553575" y="5429250"/>
            <a:ext cx="1952625" cy="523875"/>
          </a:xfrm>
          <a:prstGeom prst="rect">
            <a:avLst/>
          </a:prstGeom>
          <a:noFill/>
          <a:ln w="0">
            <a:noFill/>
            <a:prstDash val="solid"/>
          </a:ln>
        </p:spPr>
        <p:txBody>
          <a:bodyPr wrap="square" lIns="0" tIns="0" rIns="0" bIns="0" anchor="t">
            <a:noAutofit/>
          </a:bodyPr>
          <a:lstStyle>
            <a:defPPr algn="l">
              <a:defRPr sz="1650" b="1">
                <a:solidFill>
                  <a:srgbClr val="FFFFFF"/>
                </a:solidFill>
                <a:latin typeface="Segoe UI"/>
                <a:ea typeface="Segoe UI"/>
                <a:cs typeface="Segoe UI"/>
              </a:defRPr>
            </a:defPPr>
          </a:lstStyle>
          <a:p>
            <a:pPr algn="l">
              <a:lnSpc>
                <a:spcPct val="108000"/>
              </a:lnSpc>
              <a:buNone/>
              <a:defRPr sz="1650" b="1">
                <a:solidFill>
                  <a:srgbClr val="FFFFFF"/>
                </a:solidFill>
                <a:latin typeface="Segoe UI"/>
                <a:ea typeface="Segoe UI"/>
                <a:cs typeface="Segoe UI"/>
              </a:defRPr>
            </a:pPr>
            <a:r>
              <a:rPr sz="1650" b="1">
                <a:solidFill>
                  <a:srgbClr val="FFFFFF"/>
                </a:solidFill>
                <a:latin typeface="Segoe UI"/>
                <a:ea typeface="Segoe UI"/>
                <a:cs typeface="Segoe UI"/>
              </a:rPr>
              <a:t>Глобалды</a:t>
            </a:r>
          </a:p>
          <a:p>
            <a:pPr algn="l">
              <a:lnSpc>
                <a:spcPct val="108000"/>
              </a:lnSpc>
              <a:buNone/>
              <a:defRPr sz="1650" b="1">
                <a:solidFill>
                  <a:srgbClr val="FFFFFF"/>
                </a:solidFill>
                <a:latin typeface="Segoe UI"/>
                <a:ea typeface="Segoe UI"/>
                <a:cs typeface="Segoe UI"/>
              </a:defRPr>
            </a:pPr>
            <a:r>
              <a:rPr sz="1650" b="1">
                <a:solidFill>
                  <a:srgbClr val="FFFFFF"/>
                </a:solidFill>
                <a:latin typeface="Segoe UI"/>
                <a:ea typeface="Segoe UI"/>
                <a:cs typeface="Segoe UI"/>
              </a:rPr>
              <a:t>рейтинг</a:t>
            </a:r>
          </a:p>
        </p:txBody>
      </p:sp>
      <p:sp>
        <p:nvSpPr>
          <p:cNvPr id="26" name="">
            <a:extLst>
              <a:ext uri="{FF2B5EF4-FFF2-40B4-BE49-F238E27FC236}">
                <ns2:creationId id="{DA188741-D24E-4033-8347-2D3C72EFC864}"/>
              </a:ext>
            </a:extLst>
          </p:cNvPr>
          <p:cNvSpPr>
            <a:spLocks noGrp="1"/>
          </p:cNvSpPr>
          <p:nvPr/>
        </p:nvSpPr>
        <p:spPr>
          <a:xfrm>
            <a:off x="393668" y="6279928"/>
            <a:ext cx="3568732" cy="241268"/>
          </a:xfrm>
          <a:prstGeom prst="rect">
            <a:avLst/>
          </a:prstGeom>
          <a:noFill/>
          <a:ln w="0">
            <a:noFill/>
            <a:prstDash val="solid"/>
          </a:ln>
        </p:spPr>
        <p:txBody>
          <a:bodyPr wrap="square" lIns="0" tIns="0" rIns="0" bIns="0" anchor="t">
            <a:noAutofit/>
          </a:bodyPr>
          <a:lstStyle>
            <a:defPPr algn="l">
              <a:defRPr sz="1125" b="0">
                <a:solidFill>
                  <a:srgbClr val="796A8D"/>
                </a:solidFill>
                <a:latin typeface="Segoe UI"/>
                <a:ea typeface="Segoe UI"/>
                <a:cs typeface="Segoe UI"/>
              </a:defRPr>
            </a:defPPr>
          </a:lstStyle>
          <a:p>
            <a:pPr algn="l">
              <a:lnSpc>
                <a:spcPct val="108000"/>
              </a:lnSpc>
              <a:buNone/>
              <a:defRPr sz="1125" b="0">
                <a:solidFill>
                  <a:srgbClr val="796A8D"/>
                </a:solidFill>
                <a:latin typeface="Segoe UI"/>
                <a:ea typeface="Segoe UI"/>
                <a:cs typeface="Segoe UI"/>
              </a:defRPr>
            </a:pPr>
            <a:r>
              <a:rPr sz="1125" b="0">
                <a:solidFill>
                  <a:srgbClr val="796A8D"/>
                </a:solidFill>
                <a:latin typeface="Segoe UI"/>
                <a:ea typeface="Segoe UI"/>
                <a:cs typeface="Segoe UI"/>
              </a:rPr>
              <a:t>Dáreje</a:t>
            </a:r>
          </a:p>
        </p:txBody>
      </p:sp>
      <p:sp>
        <p:nvSpPr>
          <p:cNvPr id="27" name="">
            <a:extLst>
              <a:ext uri="{FF2B5EF4-FFF2-40B4-BE49-F238E27FC236}">
                <ns2:creationId id="{896602D2-A5BD-4502-B418-0D9EC3758485}"/>
              </a:ext>
            </a:extLst>
          </p:cNvPr>
          <p:cNvSpPr>
            <a:spLocks noGrp="1"/>
          </p:cNvSpPr>
          <p:nvPr/>
        </p:nvSpPr>
        <p:spPr>
          <a:xfrm>
            <a:off x="11279315" y="6279261"/>
            <a:ext cx="518922" cy="241268"/>
          </a:xfrm>
          <a:prstGeom prst="rect">
            <a:avLst/>
          </a:prstGeom>
          <a:noFill/>
          <a:ln w="0">
            <a:noFill/>
            <a:prstDash val="solid"/>
          </a:ln>
        </p:spPr>
        <p:txBody>
          <a:bodyPr wrap="square" lIns="0" tIns="0" rIns="0" bIns="0" anchor="t">
            <a:noAutofit/>
          </a:bodyPr>
          <a:lstStyle>
            <a:defPPr algn="r">
              <a:defRPr sz="1125" b="0">
                <a:solidFill>
                  <a:srgbClr val="796A8D"/>
                </a:solidFill>
                <a:latin typeface="Segoe UI"/>
                <a:ea typeface="Segoe UI"/>
                <a:cs typeface="Segoe UI"/>
              </a:defRPr>
            </a:defPPr>
          </a:lstStyle>
          <a:p>
            <a:pPr algn="r">
              <a:lnSpc>
                <a:spcPct val="108000"/>
              </a:lnSpc>
              <a:buNone/>
              <a:defRPr sz="1125" b="0">
                <a:solidFill>
                  <a:srgbClr val="796A8D"/>
                </a:solidFill>
                <a:latin typeface="Segoe UI"/>
                <a:ea typeface="Segoe UI"/>
                <a:cs typeface="Segoe UI"/>
              </a:defRPr>
            </a:pPr>
            <a:r>
              <a:rPr sz="1125" b="0">
                <a:solidFill>
                  <a:srgbClr val="796A8D"/>
                </a:solidFill>
                <a:latin typeface="Segoe UI"/>
                <a:ea typeface="Segoe UI"/>
                <a:cs typeface="Segoe UI"/>
              </a:rPr>
              <a:t>07</a:t>
            </a:r>
          </a:p>
        </p:txBody>
      </p:sp>
    </p:spTree>
    <p:extLst>
      <p:ext uri="{BB962C8B-B14F-4D97-AF65-F5344CB8AC3E}">
        <ns3:creationId val="3206328494"/>
      </p:ext>
    </p:extLst>
  </p:cSld>
  <p:transition spd="slow" advClick="1">
    <p:fade/>
  </p:transition>
</p:sld>
</file>

<file path=ppt/theme/theme1.xml><?xml version="1.0" encoding="utf-8"?>
<a:theme xmlns:a="http://schemas.openxmlformats.org/drawingml/2006/main" name="Default Codex Theme">
  <a:themeElements>
    <a:clrScheme name="Dáreje Violet">
      <a:dk1>
        <a:srgbClr val="271443"/>
      </a:dk1>
      <a:lt1>
        <a:srgbClr val="FFFFFF"/>
      </a:lt1>
      <a:dk2>
        <a:srgbClr val="4C1D95"/>
      </a:dk2>
      <a:lt2>
        <a:srgbClr val="F5F3FF"/>
      </a:lt2>
      <a:accent1>
        <a:srgbClr val="7C3AED"/>
      </a:accent1>
      <a:accent2>
        <a:srgbClr val="4C1D95"/>
      </a:accent2>
      <a:accent3>
        <a:srgbClr val="F5F3FF"/>
      </a:accent3>
      <a:accent4>
        <a:srgbClr val="796A8D"/>
      </a:accent4>
      <a:accent5>
        <a:srgbClr val="DDD0FA"/>
      </a:accent5>
      <a:accent6>
        <a:srgbClr val="271443"/>
      </a:accent6>
      <a:hlink>
        <a:srgbClr val="7C3AED"/>
      </a:hlink>
      <a:folHlink>
        <a:srgbClr val="4C1D95"/>
      </a:folHlink>
    </a:clrScheme>
    <a:fontScheme name="Segoe UI">
      <a:majorFont>
        <a:latin typeface="Segoe UI"/>
        <a:ea typeface=""/>
        <a:cs typeface=""/>
      </a:majorFont>
      <a:minorFont>
        <a:latin typeface="Segoe UI"/>
        <a:ea typeface=""/>
        <a:cs typeface=""/>
      </a:minorFont>
    </a:fontScheme>
    <a:fmtScheme name="Dáreje Viole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
          <a:effectLst>
            <a:outerShdw blurRad="228600" dist="76200" dir="5400000">
              <a:srgbClr val="4C1D95">
                <a:alpha val="7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ns0:coreProperties xmlns:dc="http://purl.org/dc/elements/1.1/" xmlns:ns0="http://schemas.openxmlformats.org/package/2006/metadata/core-properties" xmlns:ns2="http://purl.org/dc/terms/" xmlns:xsi="http://www.w3.org/2001/XMLSchema-instance">
  <dc:creator>bekw-eg</dc:creator>
  <ns0:lastModifiedBy>bekw-eg</ns0:lastModifiedBy>
  <dc:title>Студенттердің жетістіктерін есепке алуға және рейтингін қалыптастыруға арналған мобильді қосымша әзірлеу</dc:title>
  <ns2:created xsi:type="dcterms:W3CDTF">2026-10-12T11:09:30.6240000Z</ns2:created>
  <ns2:modified xsi:type="dcterms:W3CDTF">2026-10-12T11:09:30.6240000Z</ns2:modified>
</ns0:coreProperties>
</file>